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68">
          <p15:clr>
            <a:srgbClr val="A4A3A4"/>
          </p15:clr>
        </p15:guide>
        <p15:guide id="2" pos="408">
          <p15:clr>
            <a:srgbClr val="A4A3A4"/>
          </p15:clr>
        </p15:guide>
        <p15:guide id="3" orient="horz" pos="3912">
          <p15:clr>
            <a:srgbClr val="A4A3A4"/>
          </p15:clr>
        </p15:guide>
        <p15:guide id="4" pos="7272">
          <p15:clr>
            <a:srgbClr val="A4A3A4"/>
          </p15:clr>
        </p15:guide>
        <p15:guide id="5" orient="horz" pos="1656">
          <p15:clr>
            <a:srgbClr val="A4A3A4"/>
          </p15:clr>
        </p15:guide>
      </p15:sldGuideLst>
    </p:ext>
    <p:ext uri="GoogleSlidesCustomDataVersion2">
      <go:slidesCustomData xmlns:go="http://customooxmlschemas.google.com/" r:id="rId18" roundtripDataSignature="AMtx7miXIRudO+rAZLcxeGXqVN/Zvzys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68" orient="horz"/>
        <p:guide pos="408"/>
        <p:guide pos="3912" orient="horz"/>
        <p:guide pos="7272"/>
        <p:guide pos="1656"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29" name="Shape 29"/>
        <p:cNvGrpSpPr/>
        <p:nvPr/>
      </p:nvGrpSpPr>
      <p:grpSpPr>
        <a:xfrm>
          <a:off x="0" y="0"/>
          <a:ext cx="0" cy="0"/>
          <a:chOff x="0" y="0"/>
          <a:chExt cx="0" cy="0"/>
        </a:xfrm>
      </p:grpSpPr>
      <p:sp>
        <p:nvSpPr>
          <p:cNvPr id="30" name="Google Shape;30;p14"/>
          <p:cNvSpPr txBox="1"/>
          <p:nvPr>
            <p:ph idx="1" type="body"/>
          </p:nvPr>
        </p:nvSpPr>
        <p:spPr>
          <a:xfrm>
            <a:off x="6312871" y="4141999"/>
            <a:ext cx="4220845" cy="861497"/>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228600" lvl="1" marL="914400" algn="l">
              <a:spcBef>
                <a:spcPts val="1000"/>
              </a:spcBef>
              <a:spcAft>
                <a:spcPts val="0"/>
              </a:spcAft>
              <a:buSzPts val="1600"/>
              <a:buNone/>
              <a:defRPr sz="2000"/>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1" name="Google Shape;31;p14"/>
          <p:cNvSpPr/>
          <p:nvPr/>
        </p:nvSpPr>
        <p:spPr>
          <a:xfrm>
            <a:off x="740309" y="1382809"/>
            <a:ext cx="1229566" cy="1059971"/>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2" name="Google Shape;32;p14"/>
          <p:cNvSpPr/>
          <p:nvPr/>
        </p:nvSpPr>
        <p:spPr>
          <a:xfrm>
            <a:off x="3755031" y="1194620"/>
            <a:ext cx="1666162" cy="1436347"/>
          </a:xfrm>
          <a:prstGeom prst="hexagon">
            <a:avLst>
              <a:gd fmla="val 25000" name="adj"/>
              <a:gd fmla="val 115470" name="vf"/>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3" name="Google Shape;33;p14"/>
          <p:cNvSpPr/>
          <p:nvPr/>
        </p:nvSpPr>
        <p:spPr>
          <a:xfrm>
            <a:off x="3804994" y="5233183"/>
            <a:ext cx="718261" cy="619191"/>
          </a:xfrm>
          <a:prstGeom prst="hexagon">
            <a:avLst>
              <a:gd fmla="val 25000" name="adj"/>
              <a:gd fmla="val 115470" name="vf"/>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4" name="Google Shape;34;p14"/>
          <p:cNvSpPr/>
          <p:nvPr/>
        </p:nvSpPr>
        <p:spPr>
          <a:xfrm>
            <a:off x="1837838" y="1101306"/>
            <a:ext cx="651613" cy="561736"/>
          </a:xfrm>
          <a:prstGeom prst="hexagon">
            <a:avLst>
              <a:gd fmla="val 25000" name="adj"/>
              <a:gd fmla="val 115470" name="vf"/>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5" name="Google Shape;35;p14"/>
          <p:cNvSpPr/>
          <p:nvPr>
            <p:ph idx="2" type="pic"/>
          </p:nvPr>
        </p:nvSpPr>
        <p:spPr>
          <a:xfrm>
            <a:off x="1571515" y="1914044"/>
            <a:ext cx="3993624" cy="3617848"/>
          </a:xfrm>
          <a:prstGeom prst="rect">
            <a:avLst/>
          </a:prstGeom>
          <a:noFill/>
          <a:ln>
            <a:noFill/>
          </a:ln>
        </p:spPr>
      </p:sp>
      <p:sp>
        <p:nvSpPr>
          <p:cNvPr id="36" name="Google Shape;36;p14"/>
          <p:cNvSpPr txBox="1"/>
          <p:nvPr>
            <p:ph type="title"/>
          </p:nvPr>
        </p:nvSpPr>
        <p:spPr>
          <a:xfrm>
            <a:off x="6312871" y="2050552"/>
            <a:ext cx="4998720" cy="1748983"/>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2800"/>
              <a:buFont typeface="Trebuchet MS"/>
              <a:buNone/>
              <a:defRPr sz="2800">
                <a:solidFill>
                  <a:schemeClr val="dk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12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7" name="Shape 37"/>
        <p:cNvGrpSpPr/>
        <p:nvPr/>
      </p:nvGrpSpPr>
      <p:grpSpPr>
        <a:xfrm>
          <a:off x="0" y="0"/>
          <a:ext cx="0" cy="0"/>
          <a:chOff x="0" y="0"/>
          <a:chExt cx="0" cy="0"/>
        </a:xfrm>
      </p:grpSpPr>
      <p:sp>
        <p:nvSpPr>
          <p:cNvPr id="38" name="Google Shape;38;p15"/>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spcBef>
                <a:spcPts val="1000"/>
              </a:spcBef>
              <a:spcAft>
                <a:spcPts val="0"/>
              </a:spcAft>
              <a:buClr>
                <a:schemeClr val="accent4"/>
              </a:buClr>
              <a:buSzPts val="1600"/>
              <a:buFont typeface="Noto Sans Symbols"/>
              <a:buChar char="▪"/>
              <a:defRPr sz="2000"/>
            </a:lvl1pPr>
            <a:lvl2pPr indent="-320040" lvl="1" marL="914400" algn="l">
              <a:spcBef>
                <a:spcPts val="1000"/>
              </a:spcBef>
              <a:spcAft>
                <a:spcPts val="0"/>
              </a:spcAft>
              <a:buClr>
                <a:schemeClr val="accent4"/>
              </a:buClr>
              <a:buSzPts val="1440"/>
              <a:buFont typeface="Noto Sans Symbols"/>
              <a:buChar char="▪"/>
              <a:defRPr sz="1800"/>
            </a:lvl2pPr>
            <a:lvl3pPr indent="-309880" lvl="2" marL="1371600" algn="l">
              <a:spcBef>
                <a:spcPts val="1000"/>
              </a:spcBef>
              <a:spcAft>
                <a:spcPts val="0"/>
              </a:spcAft>
              <a:buClr>
                <a:schemeClr val="accent4"/>
              </a:buClr>
              <a:buSzPts val="1280"/>
              <a:buFont typeface="Noto Sans Symbols"/>
              <a:buChar char="▪"/>
              <a:defRPr sz="1600"/>
            </a:lvl3pPr>
            <a:lvl4pPr indent="-309880" lvl="3" marL="1828800" algn="l">
              <a:spcBef>
                <a:spcPts val="1000"/>
              </a:spcBef>
              <a:spcAft>
                <a:spcPts val="0"/>
              </a:spcAft>
              <a:buClr>
                <a:schemeClr val="accent4"/>
              </a:buClr>
              <a:buSzPts val="1280"/>
              <a:buFont typeface="Noto Sans Symbols"/>
              <a:buChar char="▪"/>
              <a:defRPr sz="1600"/>
            </a:lvl4pPr>
            <a:lvl5pPr indent="-309879" lvl="4" marL="2286000" algn="l">
              <a:spcBef>
                <a:spcPts val="1000"/>
              </a:spcBef>
              <a:spcAft>
                <a:spcPts val="0"/>
              </a:spcAft>
              <a:buClr>
                <a:schemeClr val="accent4"/>
              </a:buClr>
              <a:buSzPts val="1280"/>
              <a:buFont typeface="Noto Sans Symbols"/>
              <a:buChar char="▪"/>
              <a:defRPr sz="1600"/>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9" name="Google Shape;39;p15"/>
          <p:cNvSpPr/>
          <p:nvPr/>
        </p:nvSpPr>
        <p:spPr>
          <a:xfrm>
            <a:off x="9354457" y="5363987"/>
            <a:ext cx="457200" cy="4572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40" name="Google Shape;40;p15"/>
          <p:cNvSpPr/>
          <p:nvPr/>
        </p:nvSpPr>
        <p:spPr>
          <a:xfrm>
            <a:off x="6692791" y="1699889"/>
            <a:ext cx="319749" cy="31974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41" name="Google Shape;41;p15"/>
          <p:cNvSpPr/>
          <p:nvPr/>
        </p:nvSpPr>
        <p:spPr>
          <a:xfrm>
            <a:off x="9354457" y="5897738"/>
            <a:ext cx="179977" cy="17997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42" name="Google Shape;42;p15"/>
          <p:cNvSpPr/>
          <p:nvPr>
            <p:ph idx="2" type="pic"/>
          </p:nvPr>
        </p:nvSpPr>
        <p:spPr>
          <a:xfrm>
            <a:off x="7090227" y="786181"/>
            <a:ext cx="4441372" cy="5393036"/>
          </a:xfrm>
          <a:prstGeom prst="rect">
            <a:avLst/>
          </a:prstGeom>
          <a:noFill/>
          <a:ln>
            <a:noFill/>
          </a:ln>
        </p:spPr>
      </p:sp>
      <p:sp>
        <p:nvSpPr>
          <p:cNvPr id="43" name="Google Shape;43;p15"/>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44" name="Shape 44"/>
        <p:cNvGrpSpPr/>
        <p:nvPr/>
      </p:nvGrpSpPr>
      <p:grpSpPr>
        <a:xfrm>
          <a:off x="0" y="0"/>
          <a:ext cx="0" cy="0"/>
          <a:chOff x="0" y="0"/>
          <a:chExt cx="0" cy="0"/>
        </a:xfrm>
      </p:grpSpPr>
      <p:sp>
        <p:nvSpPr>
          <p:cNvPr id="45" name="Google Shape;45;p16"/>
          <p:cNvSpPr/>
          <p:nvPr/>
        </p:nvSpPr>
        <p:spPr>
          <a:xfrm>
            <a:off x="7362825" y="443263"/>
            <a:ext cx="361950" cy="361950"/>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accent5"/>
              </a:solidFill>
              <a:latin typeface="Trebuchet MS"/>
              <a:ea typeface="Trebuchet MS"/>
              <a:cs typeface="Trebuchet MS"/>
              <a:sym typeface="Trebuchet MS"/>
            </a:endParaRPr>
          </a:p>
        </p:txBody>
      </p:sp>
      <p:sp>
        <p:nvSpPr>
          <p:cNvPr id="46" name="Google Shape;46;p16"/>
          <p:cNvSpPr/>
          <p:nvPr/>
        </p:nvSpPr>
        <p:spPr>
          <a:xfrm>
            <a:off x="11007246" y="5605994"/>
            <a:ext cx="654227" cy="65422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accent5"/>
              </a:solidFill>
              <a:latin typeface="Trebuchet MS"/>
              <a:ea typeface="Trebuchet MS"/>
              <a:cs typeface="Trebuchet MS"/>
              <a:sym typeface="Trebuchet MS"/>
            </a:endParaRPr>
          </a:p>
        </p:txBody>
      </p:sp>
      <p:sp>
        <p:nvSpPr>
          <p:cNvPr id="47" name="Google Shape;47;p16"/>
          <p:cNvSpPr/>
          <p:nvPr/>
        </p:nvSpPr>
        <p:spPr>
          <a:xfrm>
            <a:off x="10683791" y="6132439"/>
            <a:ext cx="251152" cy="251152"/>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accent5"/>
              </a:solidFill>
              <a:latin typeface="Trebuchet MS"/>
              <a:ea typeface="Trebuchet MS"/>
              <a:cs typeface="Trebuchet MS"/>
              <a:sym typeface="Trebuchet MS"/>
            </a:endParaRPr>
          </a:p>
        </p:txBody>
      </p:sp>
      <p:sp>
        <p:nvSpPr>
          <p:cNvPr id="48" name="Google Shape;48;p16"/>
          <p:cNvSpPr/>
          <p:nvPr>
            <p:ph idx="2" type="pic"/>
          </p:nvPr>
        </p:nvSpPr>
        <p:spPr>
          <a:xfrm>
            <a:off x="5733416" y="624239"/>
            <a:ext cx="5855754" cy="5631571"/>
          </a:xfrm>
          <a:prstGeom prst="rect">
            <a:avLst/>
          </a:prstGeom>
          <a:noFill/>
          <a:ln>
            <a:noFill/>
          </a:ln>
        </p:spPr>
      </p:sp>
      <p:sp>
        <p:nvSpPr>
          <p:cNvPr id="49" name="Google Shape;49;p16"/>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lnSpc>
                <a:spcPct val="150000"/>
              </a:lnSpc>
              <a:spcBef>
                <a:spcPts val="1000"/>
              </a:spcBef>
              <a:spcAft>
                <a:spcPts val="0"/>
              </a:spcAft>
              <a:buClr>
                <a:schemeClr val="accent4"/>
              </a:buClr>
              <a:buSzPts val="1600"/>
              <a:buFont typeface="Noto Sans Symbols"/>
              <a:buChar char="▪"/>
              <a:defRPr sz="2000"/>
            </a:lvl1pPr>
            <a:lvl2pPr indent="-330200" lvl="1" marL="914400" algn="l">
              <a:spcBef>
                <a:spcPts val="1000"/>
              </a:spcBef>
              <a:spcAft>
                <a:spcPts val="0"/>
              </a:spcAft>
              <a:buClr>
                <a:schemeClr val="accent4"/>
              </a:buClr>
              <a:buSzPts val="1600"/>
              <a:buFont typeface="Noto Sans Symbols"/>
              <a:buChar char="▪"/>
              <a:defRPr sz="2000"/>
            </a:lvl2pPr>
            <a:lvl3pPr indent="-320039" lvl="2" marL="1371600" algn="l">
              <a:spcBef>
                <a:spcPts val="1000"/>
              </a:spcBef>
              <a:spcAft>
                <a:spcPts val="0"/>
              </a:spcAft>
              <a:buClr>
                <a:schemeClr val="accent4"/>
              </a:buClr>
              <a:buSzPts val="1440"/>
              <a:buFont typeface="Noto Sans Symbols"/>
              <a:buChar char="▪"/>
              <a:defRPr sz="1800"/>
            </a:lvl3pPr>
            <a:lvl4pPr indent="-320039" lvl="3" marL="1828800" algn="l">
              <a:spcBef>
                <a:spcPts val="1000"/>
              </a:spcBef>
              <a:spcAft>
                <a:spcPts val="0"/>
              </a:spcAft>
              <a:buClr>
                <a:schemeClr val="accent4"/>
              </a:buClr>
              <a:buSzPts val="1440"/>
              <a:buFont typeface="Noto Sans Symbols"/>
              <a:buChar char="▪"/>
              <a:defRPr sz="1800"/>
            </a:lvl4pPr>
            <a:lvl5pPr indent="-320039" lvl="4" marL="2286000" algn="l">
              <a:spcBef>
                <a:spcPts val="1000"/>
              </a:spcBef>
              <a:spcAft>
                <a:spcPts val="0"/>
              </a:spcAft>
              <a:buClr>
                <a:schemeClr val="accent4"/>
              </a:buClr>
              <a:buSzPts val="1440"/>
              <a:buFont typeface="Noto Sans Symbols"/>
              <a:buChar char="▪"/>
              <a:defRPr sz="1800"/>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0" name="Google Shape;50;p16"/>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51" name="Shape 51"/>
        <p:cNvGrpSpPr/>
        <p:nvPr/>
      </p:nvGrpSpPr>
      <p:grpSpPr>
        <a:xfrm>
          <a:off x="0" y="0"/>
          <a:ext cx="0" cy="0"/>
          <a:chOff x="0" y="0"/>
          <a:chExt cx="0" cy="0"/>
        </a:xfrm>
      </p:grpSpPr>
      <p:sp>
        <p:nvSpPr>
          <p:cNvPr id="52" name="Google Shape;52;p17"/>
          <p:cNvSpPr/>
          <p:nvPr>
            <p:ph idx="2" type="pic"/>
          </p:nvPr>
        </p:nvSpPr>
        <p:spPr>
          <a:xfrm>
            <a:off x="5353508" y="2555551"/>
            <a:ext cx="1484985" cy="1280160"/>
          </a:xfrm>
          <a:prstGeom prst="rect">
            <a:avLst/>
          </a:prstGeom>
          <a:noFill/>
          <a:ln>
            <a:noFill/>
          </a:ln>
        </p:spPr>
      </p:sp>
      <p:sp>
        <p:nvSpPr>
          <p:cNvPr id="53" name="Google Shape;53;p17"/>
          <p:cNvSpPr/>
          <p:nvPr>
            <p:ph idx="3" type="pic"/>
          </p:nvPr>
        </p:nvSpPr>
        <p:spPr>
          <a:xfrm>
            <a:off x="3115921" y="2555551"/>
            <a:ext cx="1484985" cy="1280160"/>
          </a:xfrm>
          <a:prstGeom prst="rect">
            <a:avLst/>
          </a:prstGeom>
          <a:noFill/>
          <a:ln>
            <a:noFill/>
          </a:ln>
        </p:spPr>
      </p:sp>
      <p:sp>
        <p:nvSpPr>
          <p:cNvPr id="54" name="Google Shape;54;p17"/>
          <p:cNvSpPr/>
          <p:nvPr>
            <p:ph idx="4" type="pic"/>
          </p:nvPr>
        </p:nvSpPr>
        <p:spPr>
          <a:xfrm>
            <a:off x="7602465" y="2555551"/>
            <a:ext cx="1484985" cy="1280160"/>
          </a:xfrm>
          <a:prstGeom prst="rect">
            <a:avLst/>
          </a:prstGeom>
          <a:noFill/>
          <a:ln>
            <a:noFill/>
          </a:ln>
        </p:spPr>
      </p:sp>
      <p:sp>
        <p:nvSpPr>
          <p:cNvPr id="55" name="Google Shape;55;p17"/>
          <p:cNvSpPr/>
          <p:nvPr>
            <p:ph idx="5" type="pic"/>
          </p:nvPr>
        </p:nvSpPr>
        <p:spPr>
          <a:xfrm>
            <a:off x="9840051" y="2555551"/>
            <a:ext cx="1484985" cy="1280160"/>
          </a:xfrm>
          <a:prstGeom prst="rect">
            <a:avLst/>
          </a:prstGeom>
          <a:noFill/>
          <a:ln>
            <a:noFill/>
          </a:ln>
        </p:spPr>
      </p:sp>
      <p:sp>
        <p:nvSpPr>
          <p:cNvPr id="56" name="Google Shape;56;p17"/>
          <p:cNvSpPr txBox="1"/>
          <p:nvPr>
            <p:ph type="title"/>
          </p:nvPr>
        </p:nvSpPr>
        <p:spPr>
          <a:xfrm>
            <a:off x="432000" y="647700"/>
            <a:ext cx="11340000" cy="700114"/>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7"/>
          <p:cNvSpPr/>
          <p:nvPr/>
        </p:nvSpPr>
        <p:spPr>
          <a:xfrm>
            <a:off x="546669" y="3467555"/>
            <a:ext cx="458268" cy="395059"/>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58" name="Google Shape;58;p17"/>
          <p:cNvSpPr/>
          <p:nvPr/>
        </p:nvSpPr>
        <p:spPr>
          <a:xfrm>
            <a:off x="11113337" y="2394722"/>
            <a:ext cx="358391" cy="308958"/>
          </a:xfrm>
          <a:prstGeom prst="hexagon">
            <a:avLst>
              <a:gd fmla="val 25000" name="adj"/>
              <a:gd fmla="val 115470" name="vf"/>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59" name="Google Shape;59;p17"/>
          <p:cNvSpPr/>
          <p:nvPr/>
        </p:nvSpPr>
        <p:spPr>
          <a:xfrm>
            <a:off x="10882649" y="2202202"/>
            <a:ext cx="230688" cy="198869"/>
          </a:xfrm>
          <a:prstGeom prst="hexagon">
            <a:avLst>
              <a:gd fmla="val 25000" name="adj"/>
              <a:gd fmla="val 115470" name="vf"/>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60" name="Google Shape;60;p17"/>
          <p:cNvSpPr txBox="1"/>
          <p:nvPr>
            <p:ph idx="1" type="body"/>
          </p:nvPr>
        </p:nvSpPr>
        <p:spPr>
          <a:xfrm>
            <a:off x="546668"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1" name="Google Shape;61;p17"/>
          <p:cNvSpPr txBox="1"/>
          <p:nvPr>
            <p:ph idx="6" type="body"/>
          </p:nvPr>
        </p:nvSpPr>
        <p:spPr>
          <a:xfrm>
            <a:off x="556692"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2" name="Google Shape;62;p17"/>
          <p:cNvSpPr txBox="1"/>
          <p:nvPr>
            <p:ph idx="7" type="body"/>
          </p:nvPr>
        </p:nvSpPr>
        <p:spPr>
          <a:xfrm>
            <a:off x="2789482"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3" name="Google Shape;63;p17"/>
          <p:cNvSpPr txBox="1"/>
          <p:nvPr>
            <p:ph idx="8" type="body"/>
          </p:nvPr>
        </p:nvSpPr>
        <p:spPr>
          <a:xfrm>
            <a:off x="278948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4" name="Google Shape;64;p17"/>
          <p:cNvSpPr txBox="1"/>
          <p:nvPr>
            <p:ph idx="9" type="body"/>
          </p:nvPr>
        </p:nvSpPr>
        <p:spPr>
          <a:xfrm>
            <a:off x="5032296"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5" name="Google Shape;65;p17"/>
          <p:cNvSpPr txBox="1"/>
          <p:nvPr>
            <p:ph idx="13" type="body"/>
          </p:nvPr>
        </p:nvSpPr>
        <p:spPr>
          <a:xfrm>
            <a:off x="502920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6" name="Google Shape;66;p17"/>
          <p:cNvSpPr txBox="1"/>
          <p:nvPr>
            <p:ph idx="14" type="body"/>
          </p:nvPr>
        </p:nvSpPr>
        <p:spPr>
          <a:xfrm>
            <a:off x="7275110"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7" name="Google Shape;67;p17"/>
          <p:cNvSpPr txBox="1"/>
          <p:nvPr>
            <p:ph idx="15" type="body"/>
          </p:nvPr>
        </p:nvSpPr>
        <p:spPr>
          <a:xfrm>
            <a:off x="727511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8" name="Google Shape;68;p17"/>
          <p:cNvSpPr txBox="1"/>
          <p:nvPr>
            <p:ph idx="16" type="body"/>
          </p:nvPr>
        </p:nvSpPr>
        <p:spPr>
          <a:xfrm>
            <a:off x="9517923"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9" name="Google Shape;69;p17"/>
          <p:cNvSpPr txBox="1"/>
          <p:nvPr>
            <p:ph idx="17" type="body"/>
          </p:nvPr>
        </p:nvSpPr>
        <p:spPr>
          <a:xfrm>
            <a:off x="951792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0" name="Google Shape;70;p17"/>
          <p:cNvSpPr/>
          <p:nvPr>
            <p:ph idx="18" type="pic"/>
          </p:nvPr>
        </p:nvSpPr>
        <p:spPr>
          <a:xfrm>
            <a:off x="878337" y="2555551"/>
            <a:ext cx="1484985" cy="1280160"/>
          </a:xfrm>
          <a:prstGeom prst="rect">
            <a:avLst/>
          </a:prstGeom>
          <a:noFill/>
          <a:ln>
            <a:noFill/>
          </a:ln>
        </p:spPr>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71" name="Shape 71"/>
        <p:cNvGrpSpPr/>
        <p:nvPr/>
      </p:nvGrpSpPr>
      <p:grpSpPr>
        <a:xfrm>
          <a:off x="0" y="0"/>
          <a:ext cx="0" cy="0"/>
          <a:chOff x="0" y="0"/>
          <a:chExt cx="0" cy="0"/>
        </a:xfrm>
      </p:grpSpPr>
      <p:grpSp>
        <p:nvGrpSpPr>
          <p:cNvPr id="72" name="Google Shape;72;p18"/>
          <p:cNvGrpSpPr/>
          <p:nvPr/>
        </p:nvGrpSpPr>
        <p:grpSpPr>
          <a:xfrm>
            <a:off x="0" y="-8467"/>
            <a:ext cx="12192000" cy="6866467"/>
            <a:chOff x="0" y="-8467"/>
            <a:chExt cx="12192000" cy="6866467"/>
          </a:xfrm>
        </p:grpSpPr>
        <p:sp>
          <p:nvSpPr>
            <p:cNvPr id="73" name="Google Shape;73;p18"/>
            <p:cNvSpPr/>
            <p:nvPr/>
          </p:nvSpPr>
          <p:spPr>
            <a:xfrm>
              <a:off x="0" y="-7862"/>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69803"/>
              </a:schemeClr>
            </a:solidFill>
            <a:ln>
              <a:noFill/>
            </a:ln>
          </p:spPr>
        </p:sp>
        <p:cxnSp>
          <p:nvCxnSpPr>
            <p:cNvPr id="74" name="Google Shape;74;p18"/>
            <p:cNvCxnSpPr/>
            <p:nvPr/>
          </p:nvCxnSpPr>
          <p:spPr>
            <a:xfrm>
              <a:off x="9371012" y="0"/>
              <a:ext cx="1219200" cy="6858000"/>
            </a:xfrm>
            <a:prstGeom prst="straightConnector1">
              <a:avLst/>
            </a:prstGeom>
            <a:noFill/>
            <a:ln cap="flat" cmpd="sng" w="9525">
              <a:solidFill>
                <a:schemeClr val="accent1">
                  <a:alpha val="69803"/>
                </a:schemeClr>
              </a:solidFill>
              <a:prstDash val="solid"/>
              <a:round/>
              <a:headEnd len="sm" w="sm" type="none"/>
              <a:tailEnd len="sm" w="sm" type="none"/>
            </a:ln>
          </p:spPr>
        </p:cxnSp>
        <p:cxnSp>
          <p:nvCxnSpPr>
            <p:cNvPr id="75" name="Google Shape;75;p18"/>
            <p:cNvCxnSpPr/>
            <p:nvPr/>
          </p:nvCxnSpPr>
          <p:spPr>
            <a:xfrm flipH="1">
              <a:off x="7425267" y="3681413"/>
              <a:ext cx="4763558" cy="3176587"/>
            </a:xfrm>
            <a:prstGeom prst="straightConnector1">
              <a:avLst/>
            </a:prstGeom>
            <a:noFill/>
            <a:ln cap="flat" cmpd="sng" w="9525">
              <a:solidFill>
                <a:schemeClr val="accent1">
                  <a:alpha val="69803"/>
                </a:schemeClr>
              </a:solidFill>
              <a:prstDash val="solid"/>
              <a:round/>
              <a:headEnd len="sm" w="sm" type="none"/>
              <a:tailEnd len="sm" w="sm" type="none"/>
            </a:ln>
          </p:spPr>
        </p:cxnSp>
        <p:sp>
          <p:nvSpPr>
            <p:cNvPr id="76" name="Google Shape;76;p18"/>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5686"/>
              </a:schemeClr>
            </a:solidFill>
            <a:ln>
              <a:noFill/>
            </a:ln>
          </p:spPr>
        </p:sp>
        <p:sp>
          <p:nvSpPr>
            <p:cNvPr id="77" name="Google Shape;77;p18"/>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78" name="Google Shape;78;p18"/>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8"/>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49803"/>
              </a:srgbClr>
            </a:solidFill>
            <a:ln>
              <a:noFill/>
            </a:ln>
          </p:spPr>
        </p:sp>
        <p:sp>
          <p:nvSpPr>
            <p:cNvPr id="80" name="Google Shape;80;p18"/>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69803"/>
              </a:schemeClr>
            </a:solidFill>
            <a:ln>
              <a:noFill/>
            </a:ln>
          </p:spPr>
        </p:sp>
        <p:sp>
          <p:nvSpPr>
            <p:cNvPr id="81" name="Google Shape;81;p18"/>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82" name="Google Shape;82;p18"/>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 name="Google Shape;83;p18"/>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8"/>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85" name="Google Shape;85;p1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8" name="Shape 88"/>
        <p:cNvGrpSpPr/>
        <p:nvPr/>
      </p:nvGrpSpPr>
      <p:grpSpPr>
        <a:xfrm>
          <a:off x="0" y="0"/>
          <a:ext cx="0" cy="0"/>
          <a:chOff x="0" y="0"/>
          <a:chExt cx="0" cy="0"/>
        </a:xfrm>
      </p:grpSpPr>
      <p:sp>
        <p:nvSpPr>
          <p:cNvPr id="89" name="Google Shape;89;p1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9"/>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91" name="Google Shape;91;p1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p20"/>
          <p:cNvSpPr txBox="1"/>
          <p:nvPr>
            <p:ph type="title"/>
          </p:nvPr>
        </p:nvSpPr>
        <p:spPr>
          <a:xfrm>
            <a:off x="677335" y="2700867"/>
            <a:ext cx="8596668"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0"/>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7" name="Google Shape;97;p2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0" name="Shape 100"/>
        <p:cNvGrpSpPr/>
        <p:nvPr/>
      </p:nvGrpSpPr>
      <p:grpSpPr>
        <a:xfrm>
          <a:off x="0" y="0"/>
          <a:ext cx="0" cy="0"/>
          <a:chOff x="0" y="0"/>
          <a:chExt cx="0" cy="0"/>
        </a:xfrm>
      </p:grpSpPr>
      <p:sp>
        <p:nvSpPr>
          <p:cNvPr id="101" name="Google Shape;101;p2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1"/>
          <p:cNvSpPr txBox="1"/>
          <p:nvPr>
            <p:ph idx="1" type="body"/>
          </p:nvPr>
        </p:nvSpPr>
        <p:spPr>
          <a:xfrm>
            <a:off x="677334" y="2160589"/>
            <a:ext cx="4184035"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3" name="Google Shape;103;p21"/>
          <p:cNvSpPr txBox="1"/>
          <p:nvPr>
            <p:ph idx="2" type="body"/>
          </p:nvPr>
        </p:nvSpPr>
        <p:spPr>
          <a:xfrm>
            <a:off x="5089970" y="2160589"/>
            <a:ext cx="4184034"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4" name="Google Shape;104;p2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7" name="Shape 107"/>
        <p:cNvGrpSpPr/>
        <p:nvPr/>
      </p:nvGrpSpPr>
      <p:grpSpPr>
        <a:xfrm>
          <a:off x="0" y="0"/>
          <a:ext cx="0" cy="0"/>
          <a:chOff x="0" y="0"/>
          <a:chExt cx="0" cy="0"/>
        </a:xfrm>
      </p:grpSpPr>
      <p:sp>
        <p:nvSpPr>
          <p:cNvPr id="108" name="Google Shape;108;p2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2"/>
          <p:cNvSpPr txBox="1"/>
          <p:nvPr>
            <p:ph idx="1" type="body"/>
          </p:nvPr>
        </p:nvSpPr>
        <p:spPr>
          <a:xfrm>
            <a:off x="675745"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0" name="Google Shape;110;p22"/>
          <p:cNvSpPr txBox="1"/>
          <p:nvPr>
            <p:ph idx="2" type="body"/>
          </p:nvPr>
        </p:nvSpPr>
        <p:spPr>
          <a:xfrm>
            <a:off x="675745" y="2737245"/>
            <a:ext cx="4185623"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1" name="Google Shape;111;p22"/>
          <p:cNvSpPr txBox="1"/>
          <p:nvPr>
            <p:ph idx="3" type="body"/>
          </p:nvPr>
        </p:nvSpPr>
        <p:spPr>
          <a:xfrm>
            <a:off x="5088383" y="2160983"/>
            <a:ext cx="418561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2" name="Google Shape;112;p22"/>
          <p:cNvSpPr txBox="1"/>
          <p:nvPr>
            <p:ph idx="4" type="body"/>
          </p:nvPr>
        </p:nvSpPr>
        <p:spPr>
          <a:xfrm>
            <a:off x="5088384" y="2737245"/>
            <a:ext cx="4185617"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3" name="Google Shape;113;p2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2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2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6" name="Shape 116"/>
        <p:cNvGrpSpPr/>
        <p:nvPr/>
      </p:nvGrpSpPr>
      <p:grpSpPr>
        <a:xfrm>
          <a:off x="0" y="0"/>
          <a:ext cx="0" cy="0"/>
          <a:chOff x="0" y="0"/>
          <a:chExt cx="0" cy="0"/>
        </a:xfrm>
      </p:grpSpPr>
      <p:sp>
        <p:nvSpPr>
          <p:cNvPr id="117" name="Google Shape;117;p2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2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2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1" name="Shape 121"/>
        <p:cNvGrpSpPr/>
        <p:nvPr/>
      </p:nvGrpSpPr>
      <p:grpSpPr>
        <a:xfrm>
          <a:off x="0" y="0"/>
          <a:ext cx="0" cy="0"/>
          <a:chOff x="0" y="0"/>
          <a:chExt cx="0" cy="0"/>
        </a:xfrm>
      </p:grpSpPr>
      <p:sp>
        <p:nvSpPr>
          <p:cNvPr id="122" name="Google Shape;122;p2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5" name="Shape 125"/>
        <p:cNvGrpSpPr/>
        <p:nvPr/>
      </p:nvGrpSpPr>
      <p:grpSpPr>
        <a:xfrm>
          <a:off x="0" y="0"/>
          <a:ext cx="0" cy="0"/>
          <a:chOff x="0" y="0"/>
          <a:chExt cx="0" cy="0"/>
        </a:xfrm>
      </p:grpSpPr>
      <p:sp>
        <p:nvSpPr>
          <p:cNvPr id="126" name="Google Shape;126;p25"/>
          <p:cNvSpPr txBox="1"/>
          <p:nvPr>
            <p:ph type="title"/>
          </p:nvPr>
        </p:nvSpPr>
        <p:spPr>
          <a:xfrm>
            <a:off x="677334" y="1498604"/>
            <a:ext cx="3854528"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25"/>
          <p:cNvSpPr txBox="1"/>
          <p:nvPr>
            <p:ph idx="1" type="body"/>
          </p:nvPr>
        </p:nvSpPr>
        <p:spPr>
          <a:xfrm>
            <a:off x="4760461" y="514924"/>
            <a:ext cx="4513541"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8" name="Google Shape;128;p25"/>
          <p:cNvSpPr txBox="1"/>
          <p:nvPr>
            <p:ph idx="2" type="body"/>
          </p:nvPr>
        </p:nvSpPr>
        <p:spPr>
          <a:xfrm>
            <a:off x="677334" y="2777069"/>
            <a:ext cx="3854528"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129" name="Google Shape;129;p2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2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2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2" name="Shape 132"/>
        <p:cNvGrpSpPr/>
        <p:nvPr/>
      </p:nvGrpSpPr>
      <p:grpSpPr>
        <a:xfrm>
          <a:off x="0" y="0"/>
          <a:ext cx="0" cy="0"/>
          <a:chOff x="0" y="0"/>
          <a:chExt cx="0" cy="0"/>
        </a:xfrm>
      </p:grpSpPr>
      <p:sp>
        <p:nvSpPr>
          <p:cNvPr id="133" name="Google Shape;133;p26"/>
          <p:cNvSpPr txBox="1"/>
          <p:nvPr>
            <p:ph type="title"/>
          </p:nvPr>
        </p:nvSpPr>
        <p:spPr>
          <a:xfrm>
            <a:off x="677334" y="4800600"/>
            <a:ext cx="85966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26"/>
          <p:cNvSpPr/>
          <p:nvPr>
            <p:ph idx="2" type="pic"/>
          </p:nvPr>
        </p:nvSpPr>
        <p:spPr>
          <a:xfrm>
            <a:off x="677334" y="609600"/>
            <a:ext cx="8596668" cy="3845718"/>
          </a:xfrm>
          <a:prstGeom prst="rect">
            <a:avLst/>
          </a:prstGeom>
          <a:noFill/>
          <a:ln>
            <a:noFill/>
          </a:ln>
        </p:spPr>
      </p:sp>
      <p:sp>
        <p:nvSpPr>
          <p:cNvPr id="135" name="Google Shape;135;p26"/>
          <p:cNvSpPr txBox="1"/>
          <p:nvPr>
            <p:ph idx="1" type="body"/>
          </p:nvPr>
        </p:nvSpPr>
        <p:spPr>
          <a:xfrm>
            <a:off x="677334" y="5367338"/>
            <a:ext cx="8596667"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36" name="Google Shape;136;p2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2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8" name="Google Shape;138;p2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39" name="Shape 139"/>
        <p:cNvGrpSpPr/>
        <p:nvPr/>
      </p:nvGrpSpPr>
      <p:grpSpPr>
        <a:xfrm>
          <a:off x="0" y="0"/>
          <a:ext cx="0" cy="0"/>
          <a:chOff x="0" y="0"/>
          <a:chExt cx="0" cy="0"/>
        </a:xfrm>
      </p:grpSpPr>
      <p:sp>
        <p:nvSpPr>
          <p:cNvPr id="140" name="Google Shape;140;p27"/>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27"/>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2" name="Google Shape;142;p2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2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2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45" name="Shape 145"/>
        <p:cNvGrpSpPr/>
        <p:nvPr/>
      </p:nvGrpSpPr>
      <p:grpSpPr>
        <a:xfrm>
          <a:off x="0" y="0"/>
          <a:ext cx="0" cy="0"/>
          <a:chOff x="0" y="0"/>
          <a:chExt cx="0" cy="0"/>
        </a:xfrm>
      </p:grpSpPr>
      <p:sp>
        <p:nvSpPr>
          <p:cNvPr id="146" name="Google Shape;146;p28"/>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28"/>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8" name="Google Shape;148;p28"/>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9" name="Google Shape;149;p2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2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2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2" name="Google Shape;152;p28"/>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9EDFF5"/>
                </a:solidFill>
                <a:latin typeface="Arial"/>
                <a:ea typeface="Arial"/>
                <a:cs typeface="Arial"/>
                <a:sym typeface="Arial"/>
              </a:rPr>
              <a:t>“</a:t>
            </a:r>
            <a:endParaRPr/>
          </a:p>
        </p:txBody>
      </p:sp>
      <p:sp>
        <p:nvSpPr>
          <p:cNvPr id="153" name="Google Shape;153;p28"/>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9EDFF5"/>
                </a:solidFill>
                <a:latin typeface="Arial"/>
                <a:ea typeface="Arial"/>
                <a:cs typeface="Arial"/>
                <a:sym typeface="Arial"/>
              </a:rPr>
              <a:t>”</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54" name="Shape 154"/>
        <p:cNvGrpSpPr/>
        <p:nvPr/>
      </p:nvGrpSpPr>
      <p:grpSpPr>
        <a:xfrm>
          <a:off x="0" y="0"/>
          <a:ext cx="0" cy="0"/>
          <a:chOff x="0" y="0"/>
          <a:chExt cx="0" cy="0"/>
        </a:xfrm>
      </p:grpSpPr>
      <p:sp>
        <p:nvSpPr>
          <p:cNvPr id="155" name="Google Shape;155;p29"/>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29"/>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57" name="Google Shape;157;p2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2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2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60" name="Shape 160"/>
        <p:cNvGrpSpPr/>
        <p:nvPr/>
      </p:nvGrpSpPr>
      <p:grpSpPr>
        <a:xfrm>
          <a:off x="0" y="0"/>
          <a:ext cx="0" cy="0"/>
          <a:chOff x="0" y="0"/>
          <a:chExt cx="0" cy="0"/>
        </a:xfrm>
      </p:grpSpPr>
      <p:sp>
        <p:nvSpPr>
          <p:cNvPr id="161" name="Google Shape;161;p30"/>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30"/>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63" name="Google Shape;163;p30"/>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64" name="Google Shape;164;p3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3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3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7" name="Google Shape;167;p30"/>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9EDFF5"/>
                </a:solidFill>
                <a:latin typeface="Arial"/>
                <a:ea typeface="Arial"/>
                <a:cs typeface="Arial"/>
                <a:sym typeface="Arial"/>
              </a:rPr>
              <a:t>“</a:t>
            </a:r>
            <a:endParaRPr/>
          </a:p>
        </p:txBody>
      </p:sp>
      <p:sp>
        <p:nvSpPr>
          <p:cNvPr id="168" name="Google Shape;168;p30"/>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9EDFF5"/>
                </a:solidFill>
                <a:latin typeface="Arial"/>
                <a:ea typeface="Arial"/>
                <a:cs typeface="Arial"/>
                <a:sym typeface="Arial"/>
              </a:rPr>
              <a:t>”</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69" name="Shape 169"/>
        <p:cNvGrpSpPr/>
        <p:nvPr/>
      </p:nvGrpSpPr>
      <p:grpSpPr>
        <a:xfrm>
          <a:off x="0" y="0"/>
          <a:ext cx="0" cy="0"/>
          <a:chOff x="0" y="0"/>
          <a:chExt cx="0" cy="0"/>
        </a:xfrm>
      </p:grpSpPr>
      <p:sp>
        <p:nvSpPr>
          <p:cNvPr id="170" name="Google Shape;170;p31"/>
          <p:cNvSpPr txBox="1"/>
          <p:nvPr>
            <p:ph type="title"/>
          </p:nvPr>
        </p:nvSpPr>
        <p:spPr>
          <a:xfrm>
            <a:off x="685799" y="609600"/>
            <a:ext cx="858820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31"/>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2" name="Google Shape;172;p31"/>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73" name="Google Shape;173;p3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3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3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6" name="Shape 176"/>
        <p:cNvGrpSpPr/>
        <p:nvPr/>
      </p:nvGrpSpPr>
      <p:grpSpPr>
        <a:xfrm>
          <a:off x="0" y="0"/>
          <a:ext cx="0" cy="0"/>
          <a:chOff x="0" y="0"/>
          <a:chExt cx="0" cy="0"/>
        </a:xfrm>
      </p:grpSpPr>
      <p:sp>
        <p:nvSpPr>
          <p:cNvPr id="177" name="Google Shape;177;p3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32"/>
          <p:cNvSpPr txBox="1"/>
          <p:nvPr>
            <p:ph idx="1" type="body"/>
          </p:nvPr>
        </p:nvSpPr>
        <p:spPr>
          <a:xfrm rot="5400000">
            <a:off x="3035281" y="-197358"/>
            <a:ext cx="3880773" cy="859666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9" name="Google Shape;179;p3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3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3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2" name="Shape 182"/>
        <p:cNvGrpSpPr/>
        <p:nvPr/>
      </p:nvGrpSpPr>
      <p:grpSpPr>
        <a:xfrm>
          <a:off x="0" y="0"/>
          <a:ext cx="0" cy="0"/>
          <a:chOff x="0" y="0"/>
          <a:chExt cx="0" cy="0"/>
        </a:xfrm>
      </p:grpSpPr>
      <p:sp>
        <p:nvSpPr>
          <p:cNvPr id="183" name="Google Shape;183;p33"/>
          <p:cNvSpPr txBox="1"/>
          <p:nvPr>
            <p:ph type="title"/>
          </p:nvPr>
        </p:nvSpPr>
        <p:spPr>
          <a:xfrm rot="5400000">
            <a:off x="5994319" y="2582953"/>
            <a:ext cx="5251451" cy="130474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33"/>
          <p:cNvSpPr txBox="1"/>
          <p:nvPr>
            <p:ph idx="1" type="body"/>
          </p:nvPr>
        </p:nvSpPr>
        <p:spPr>
          <a:xfrm rot="5400000">
            <a:off x="1581685" y="-294750"/>
            <a:ext cx="5251450" cy="706015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85" name="Google Shape;185;p3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3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3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showMasterSp="0">
  <p:cSld name="1_Custom Layout">
    <p:bg>
      <p:bgPr>
        <a:solidFill>
          <a:schemeClr val="dk1"/>
        </a:solidFill>
      </p:bgPr>
    </p:bg>
    <p:spTree>
      <p:nvGrpSpPr>
        <p:cNvPr id="188" name="Shape 188"/>
        <p:cNvGrpSpPr/>
        <p:nvPr/>
      </p:nvGrpSpPr>
      <p:grpSpPr>
        <a:xfrm>
          <a:off x="0" y="0"/>
          <a:ext cx="0" cy="0"/>
          <a:chOff x="0" y="0"/>
          <a:chExt cx="0" cy="0"/>
        </a:xfrm>
      </p:grpSpPr>
      <p:sp>
        <p:nvSpPr>
          <p:cNvPr id="189" name="Google Shape;189;p34"/>
          <p:cNvSpPr/>
          <p:nvPr>
            <p:ph idx="2" type="pic"/>
          </p:nvPr>
        </p:nvSpPr>
        <p:spPr>
          <a:xfrm>
            <a:off x="0" y="0"/>
            <a:ext cx="12192000" cy="6858000"/>
          </a:xfrm>
          <a:prstGeom prst="rect">
            <a:avLst/>
          </a:prstGeom>
          <a:noFill/>
          <a:ln>
            <a:noFill/>
          </a:ln>
        </p:spPr>
      </p:sp>
      <p:sp>
        <p:nvSpPr>
          <p:cNvPr descr="Tall office building looking up" id="190" name="Google Shape;190;p34"/>
          <p:cNvSpPr/>
          <p:nvPr/>
        </p:nvSpPr>
        <p:spPr>
          <a:xfrm>
            <a:off x="3718560" y="1181123"/>
            <a:ext cx="4754880" cy="4495754"/>
          </a:xfrm>
          <a:prstGeom prst="rect">
            <a:avLst/>
          </a:prstGeom>
          <a:solidFill>
            <a:schemeClr val="accent5">
              <a:alpha val="40000"/>
            </a:schemeClr>
          </a:solidFill>
          <a:ln cap="flat" cmpd="sng" w="603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191" name="Google Shape;191;p34"/>
          <p:cNvSpPr txBox="1"/>
          <p:nvPr>
            <p:ph idx="1" type="body"/>
          </p:nvPr>
        </p:nvSpPr>
        <p:spPr>
          <a:xfrm>
            <a:off x="4149139" y="4859469"/>
            <a:ext cx="3924934" cy="490538"/>
          </a:xfrm>
          <a:prstGeom prst="rect">
            <a:avLst/>
          </a:prstGeom>
          <a:noFill/>
          <a:ln>
            <a:noFill/>
          </a:ln>
        </p:spPr>
        <p:txBody>
          <a:bodyPr anchorCtr="0" anchor="t" bIns="45700" lIns="91425" spcFirstLastPara="1" rIns="91425" wrap="square" tIns="45700">
            <a:normAutofit/>
          </a:bodyPr>
          <a:lstStyle>
            <a:lvl1pPr indent="-228600" lvl="0" marL="457200" algn="r">
              <a:spcBef>
                <a:spcPts val="1000"/>
              </a:spcBef>
              <a:spcAft>
                <a:spcPts val="0"/>
              </a:spcAft>
              <a:buSzPts val="1920"/>
              <a:buNone/>
              <a:defRPr b="1" sz="2400">
                <a:solidFill>
                  <a:schemeClr val="accent4"/>
                </a:solidFill>
                <a:latin typeface="Calibri"/>
                <a:ea typeface="Calibri"/>
                <a:cs typeface="Calibri"/>
                <a:sym typeface="Calibri"/>
              </a:defRPr>
            </a:lvl1pPr>
            <a:lvl2pPr indent="-228600" lvl="1" marL="914400" algn="l">
              <a:spcBef>
                <a:spcPts val="1000"/>
              </a:spcBef>
              <a:spcAft>
                <a:spcPts val="0"/>
              </a:spcAft>
              <a:buSzPts val="1280"/>
              <a:buNone/>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92" name="Google Shape;192;p34"/>
          <p:cNvSpPr txBox="1"/>
          <p:nvPr>
            <p:ph type="title"/>
          </p:nvPr>
        </p:nvSpPr>
        <p:spPr>
          <a:xfrm>
            <a:off x="4149139" y="1529685"/>
            <a:ext cx="3924934" cy="1695637"/>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Clr>
                <a:schemeClr val="lt1"/>
              </a:buClr>
              <a:buSzPts val="4800"/>
              <a:buFont typeface="Trebuchet MS"/>
              <a:buNone/>
              <a:defRPr b="1" sz="48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3"/>
          <p:cNvGrpSpPr/>
          <p:nvPr/>
        </p:nvGrpSpPr>
        <p:grpSpPr>
          <a:xfrm>
            <a:off x="0" y="-8467"/>
            <a:ext cx="12192000" cy="6866467"/>
            <a:chOff x="0" y="-8467"/>
            <a:chExt cx="12192000" cy="6866467"/>
          </a:xfrm>
        </p:grpSpPr>
        <p:cxnSp>
          <p:nvCxnSpPr>
            <p:cNvPr id="11" name="Google Shape;11;p13"/>
            <p:cNvCxnSpPr/>
            <p:nvPr/>
          </p:nvCxnSpPr>
          <p:spPr>
            <a:xfrm>
              <a:off x="9371012" y="0"/>
              <a:ext cx="1219200" cy="6858000"/>
            </a:xfrm>
            <a:prstGeom prst="straightConnector1">
              <a:avLst/>
            </a:prstGeom>
            <a:noFill/>
            <a:ln cap="flat" cmpd="sng" w="9525">
              <a:solidFill>
                <a:schemeClr val="accent1">
                  <a:alpha val="69803"/>
                </a:schemeClr>
              </a:solidFill>
              <a:prstDash val="solid"/>
              <a:round/>
              <a:headEnd len="sm" w="sm" type="none"/>
              <a:tailEnd len="sm" w="sm" type="none"/>
            </a:ln>
          </p:spPr>
        </p:cxnSp>
        <p:cxnSp>
          <p:nvCxnSpPr>
            <p:cNvPr id="12" name="Google Shape;12;p13"/>
            <p:cNvCxnSpPr/>
            <p:nvPr/>
          </p:nvCxnSpPr>
          <p:spPr>
            <a:xfrm flipH="1">
              <a:off x="7425267" y="3681413"/>
              <a:ext cx="4763558" cy="3176587"/>
            </a:xfrm>
            <a:prstGeom prst="straightConnector1">
              <a:avLst/>
            </a:prstGeom>
            <a:noFill/>
            <a:ln cap="flat" cmpd="sng" w="9525">
              <a:solidFill>
                <a:schemeClr val="accent1">
                  <a:alpha val="69803"/>
                </a:schemeClr>
              </a:solidFill>
              <a:prstDash val="solid"/>
              <a:round/>
              <a:headEnd len="sm" w="sm" type="none"/>
              <a:tailEnd len="sm" w="sm" type="none"/>
            </a:ln>
          </p:spPr>
        </p:cxnSp>
        <p:sp>
          <p:nvSpPr>
            <p:cNvPr id="13" name="Google Shape;13;p13"/>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5686"/>
              </a:schemeClr>
            </a:solidFill>
            <a:ln>
              <a:noFill/>
            </a:ln>
          </p:spPr>
        </p:sp>
        <p:sp>
          <p:nvSpPr>
            <p:cNvPr id="14" name="Google Shape;14;p13"/>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13"/>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3"/>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49803"/>
              </a:srgbClr>
            </a:solidFill>
            <a:ln>
              <a:noFill/>
            </a:ln>
          </p:spPr>
        </p:sp>
        <p:sp>
          <p:nvSpPr>
            <p:cNvPr id="17" name="Google Shape;17;p13"/>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69803"/>
              </a:schemeClr>
            </a:solidFill>
            <a:ln>
              <a:noFill/>
            </a:ln>
          </p:spPr>
        </p:sp>
        <p:sp>
          <p:nvSpPr>
            <p:cNvPr id="18" name="Google Shape;18;p13"/>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9" name="Google Shape;19;p13"/>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3"/>
            <p:cNvSpPr/>
            <p:nvPr/>
          </p:nvSpPr>
          <p:spPr>
            <a:xfrm>
              <a:off x="0" y="4013200"/>
              <a:ext cx="448733" cy="2844800"/>
            </a:xfrm>
            <a:prstGeom prst="triangle">
              <a:avLst>
                <a:gd fmla="val 0" name="adj"/>
              </a:avLst>
            </a:prstGeom>
            <a:solidFill>
              <a:schemeClr val="accent1">
                <a:alpha val="6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1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13"/>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19"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59"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59"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1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1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1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
        <p:nvSpPr>
          <p:cNvPr id="26" name="Google Shape;26;p13"/>
          <p:cNvSpPr txBox="1"/>
          <p:nvPr/>
        </p:nvSpPr>
        <p:spPr>
          <a:xfrm>
            <a:off x="660396"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chemeClr val="accent2"/>
                </a:solidFill>
                <a:latin typeface="Trebuchet MS"/>
                <a:ea typeface="Trebuchet MS"/>
                <a:cs typeface="Trebuchet MS"/>
                <a:sym typeface="Trebuchet MS"/>
              </a:rPr>
              <a:t>10/1/2025</a:t>
            </a:r>
            <a:endParaRPr b="0" i="0" sz="1100" u="none" cap="none" strike="noStrike">
              <a:solidFill>
                <a:schemeClr val="accent2"/>
              </a:solidFill>
              <a:latin typeface="Trebuchet MS"/>
              <a:ea typeface="Trebuchet MS"/>
              <a:cs typeface="Trebuchet MS"/>
              <a:sym typeface="Trebuchet MS"/>
            </a:endParaRPr>
          </a:p>
        </p:txBody>
      </p:sp>
      <p:sp>
        <p:nvSpPr>
          <p:cNvPr id="27" name="Google Shape;27;p13"/>
          <p:cNvSpPr txBox="1"/>
          <p:nvPr/>
        </p:nvSpPr>
        <p:spPr>
          <a:xfrm>
            <a:off x="1445526" y="6378906"/>
            <a:ext cx="41148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chemeClr val="accent2"/>
                </a:solidFill>
                <a:latin typeface="Trebuchet MS"/>
                <a:ea typeface="Trebuchet MS"/>
                <a:cs typeface="Trebuchet MS"/>
                <a:sym typeface="Trebuchet MS"/>
              </a:rPr>
              <a:t>Annual Review</a:t>
            </a:r>
            <a:endParaRPr/>
          </a:p>
        </p:txBody>
      </p:sp>
      <p:sp>
        <p:nvSpPr>
          <p:cNvPr id="28" name="Google Shape;28;p13"/>
          <p:cNvSpPr txBox="1"/>
          <p:nvPr/>
        </p:nvSpPr>
        <p:spPr>
          <a:xfrm>
            <a:off x="8805338"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4"/>
                </a:solidFill>
                <a:latin typeface="Trebuchet MS"/>
                <a:ea typeface="Trebuchet MS"/>
                <a:cs typeface="Trebuchet MS"/>
                <a:sym typeface="Trebuchet MS"/>
              </a:rPr>
              <a:t>‹#›</a:t>
            </a:fld>
            <a:endParaRPr b="0" i="0" sz="1100" u="none" cap="none" strike="noStrike">
              <a:solidFill>
                <a:schemeClr val="accent4"/>
              </a:solidFill>
              <a:latin typeface="Trebuchet MS"/>
              <a:ea typeface="Trebuchet MS"/>
              <a:cs typeface="Trebuchet MS"/>
              <a:sym typeface="Trebuchet M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9.pn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jpg"/><Relationship Id="rId4" Type="http://schemas.openxmlformats.org/officeDocument/2006/relationships/image" Target="../media/image14.png"/><Relationship Id="rId5" Type="http://schemas.openxmlformats.org/officeDocument/2006/relationships/image" Target="../media/image5.png"/><Relationship Id="rId6"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1.png"/><Relationship Id="rId5" Type="http://schemas.openxmlformats.org/officeDocument/2006/relationships/image" Target="../media/image2.jpg"/><Relationship Id="rId6" Type="http://schemas.openxmlformats.org/officeDocument/2006/relationships/image" Target="../media/image4.png"/><Relationship Id="rId7"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jpg"/><Relationship Id="rId4" Type="http://schemas.openxmlformats.org/officeDocument/2006/relationships/hyperlink" Target="https://github.com/Nimisha2136/Netflix-Dataset-Oct_2025.gi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jp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jp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
          <p:cNvSpPr txBox="1"/>
          <p:nvPr>
            <p:ph idx="1" type="body"/>
          </p:nvPr>
        </p:nvSpPr>
        <p:spPr>
          <a:xfrm>
            <a:off x="6461438" y="4342650"/>
            <a:ext cx="4701600" cy="861600"/>
          </a:xfrm>
          <a:prstGeom prst="rect">
            <a:avLst/>
          </a:prstGeom>
          <a:noFill/>
          <a:ln>
            <a:noFill/>
          </a:ln>
        </p:spPr>
        <p:txBody>
          <a:bodyPr anchorCtr="0" anchor="t" bIns="45700" lIns="91425" spcFirstLastPara="1" rIns="91425" wrap="square" tIns="45700">
            <a:normAutofit fontScale="92500"/>
          </a:bodyPr>
          <a:lstStyle/>
          <a:p>
            <a:pPr indent="0" lvl="0" marL="0" rtl="0" algn="r">
              <a:spcBef>
                <a:spcPts val="0"/>
              </a:spcBef>
              <a:spcAft>
                <a:spcPts val="0"/>
              </a:spcAft>
              <a:buSzPct val="80000"/>
              <a:buNone/>
            </a:pPr>
            <a:r>
              <a:rPr b="0" lang="en-US">
                <a:solidFill>
                  <a:schemeClr val="dk1"/>
                </a:solidFill>
              </a:rPr>
              <a:t>[ NIMISHA RAWAT ]</a:t>
            </a:r>
            <a:endParaRPr/>
          </a:p>
          <a:p>
            <a:pPr indent="0" lvl="0" marL="0" rtl="0" algn="l">
              <a:spcBef>
                <a:spcPts val="1000"/>
              </a:spcBef>
              <a:spcAft>
                <a:spcPts val="0"/>
              </a:spcAft>
              <a:buSzPct val="80000"/>
              <a:buNone/>
            </a:pPr>
            <a:r>
              <a:rPr b="0" lang="en-US">
                <a:solidFill>
                  <a:schemeClr val="dk1"/>
                </a:solidFill>
              </a:rPr>
              <a:t>[ </a:t>
            </a:r>
            <a:r>
              <a:rPr b="0" lang="en-US">
                <a:solidFill>
                  <a:schemeClr val="dk1"/>
                </a:solidFill>
              </a:rPr>
              <a:t>INTERNSHIP_172663295366ea53f910591 ]</a:t>
            </a:r>
            <a:endParaRPr b="0">
              <a:solidFill>
                <a:schemeClr val="dk1"/>
              </a:solidFill>
            </a:endParaRPr>
          </a:p>
        </p:txBody>
      </p:sp>
      <p:sp>
        <p:nvSpPr>
          <p:cNvPr id="198" name="Google Shape;198;p1"/>
          <p:cNvSpPr txBox="1"/>
          <p:nvPr>
            <p:ph type="title"/>
          </p:nvPr>
        </p:nvSpPr>
        <p:spPr>
          <a:xfrm>
            <a:off x="6312871" y="2050553"/>
            <a:ext cx="4998720" cy="743448"/>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2400"/>
              </a:spcBef>
              <a:spcAft>
                <a:spcPts val="0"/>
              </a:spcAft>
              <a:buClr>
                <a:schemeClr val="dk1"/>
              </a:buClr>
              <a:buSzPts val="990"/>
              <a:buFont typeface="Arial"/>
              <a:buNone/>
            </a:pPr>
            <a:r>
              <a:rPr b="1" lang="en-US" sz="3160">
                <a:latin typeface="Arial"/>
                <a:ea typeface="Arial"/>
                <a:cs typeface="Arial"/>
                <a:sym typeface="Arial"/>
              </a:rPr>
              <a:t>Netflix Dataset Analysis</a:t>
            </a:r>
            <a:endParaRPr b="1" sz="3160">
              <a:latin typeface="Arial"/>
              <a:ea typeface="Arial"/>
              <a:cs typeface="Arial"/>
              <a:sym typeface="Arial"/>
            </a:endParaRPr>
          </a:p>
          <a:p>
            <a:pPr indent="0" lvl="0" marL="0" rtl="0" algn="l">
              <a:spcBef>
                <a:spcPts val="0"/>
              </a:spcBef>
              <a:spcAft>
                <a:spcPts val="0"/>
              </a:spcAft>
              <a:buClr>
                <a:schemeClr val="dk1"/>
              </a:buClr>
              <a:buSzPts val="2880"/>
              <a:buFont typeface="Trebuchet MS"/>
              <a:buNone/>
            </a:pPr>
            <a:r>
              <a:t/>
            </a:r>
            <a:endParaRPr sz="2880"/>
          </a:p>
        </p:txBody>
      </p:sp>
      <p:sp>
        <p:nvSpPr>
          <p:cNvPr id="199" name="Google Shape;199;p1"/>
          <p:cNvSpPr txBox="1"/>
          <p:nvPr/>
        </p:nvSpPr>
        <p:spPr>
          <a:xfrm>
            <a:off x="6400800" y="2794001"/>
            <a:ext cx="3312160" cy="861497"/>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1920"/>
              <a:buFont typeface="Noto Sans Symbols"/>
              <a:buNone/>
            </a:pPr>
            <a:r>
              <a:t/>
            </a:r>
            <a:endParaRPr b="1" i="0" sz="2400" u="none" cap="none" strike="noStrike">
              <a:solidFill>
                <a:schemeClr val="accent4"/>
              </a:solidFill>
              <a:latin typeface="Trebuchet MS"/>
              <a:ea typeface="Trebuchet MS"/>
              <a:cs typeface="Trebuchet MS"/>
              <a:sym typeface="Trebuchet MS"/>
            </a:endParaRPr>
          </a:p>
        </p:txBody>
      </p:sp>
      <p:pic>
        <p:nvPicPr>
          <p:cNvPr id="200" name="Google Shape;200;p1"/>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822"/>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99"/>
                                        </p:tgtEl>
                                        <p:attrNameLst>
                                          <p:attrName>style.visibility</p:attrName>
                                        </p:attrNameLst>
                                      </p:cBhvr>
                                      <p:to>
                                        <p:strVal val="visible"/>
                                      </p:to>
                                    </p:set>
                                    <p:anim calcmode="lin" valueType="num">
                                      <p:cBhvr additive="base">
                                        <p:cTn dur="500"/>
                                        <p:tgtEl>
                                          <p:spTgt spid="199"/>
                                        </p:tgtEl>
                                        <p:attrNameLst>
                                          <p:attrName>ppt_w</p:attrName>
                                        </p:attrNameLst>
                                      </p:cBhvr>
                                      <p:tavLst>
                                        <p:tav fmla="" tm="0">
                                          <p:val>
                                            <p:strVal val="0"/>
                                          </p:val>
                                        </p:tav>
                                        <p:tav fmla="" tm="100000">
                                          <p:val>
                                            <p:strVal val="#ppt_w"/>
                                          </p:val>
                                        </p:tav>
                                      </p:tavLst>
                                    </p:anim>
                                    <p:anim calcmode="lin" valueType="num">
                                      <p:cBhvr additive="base">
                                        <p:cTn dur="500"/>
                                        <p:tgtEl>
                                          <p:spTgt spid="19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0" st="0"/>
                                            </p:txEl>
                                          </p:spTgt>
                                        </p:tgtEl>
                                        <p:attrNameLst>
                                          <p:attrName>style.visibility</p:attrName>
                                        </p:attrNameLst>
                                      </p:cBhvr>
                                      <p:to>
                                        <p:strVal val="visible"/>
                                      </p:to>
                                    </p:set>
                                    <p:animEffect filter="fade" transition="in">
                                      <p:cBhvr>
                                        <p:cTn dur="500"/>
                                        <p:tgtEl>
                                          <p:spTgt spid="1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1" st="1"/>
                                            </p:txEl>
                                          </p:spTgt>
                                        </p:tgtEl>
                                        <p:attrNameLst>
                                          <p:attrName>style.visibility</p:attrName>
                                        </p:attrNameLst>
                                      </p:cBhvr>
                                      <p:to>
                                        <p:strVal val="visible"/>
                                      </p:to>
                                    </p:set>
                                    <p:animEffect filter="fade" transition="in">
                                      <p:cBhvr>
                                        <p:cTn dur="500"/>
                                        <p:tgtEl>
                                          <p:spTgt spid="197">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
          <p:cNvSpPr txBox="1"/>
          <p:nvPr>
            <p:ph idx="1" type="body"/>
          </p:nvPr>
        </p:nvSpPr>
        <p:spPr>
          <a:xfrm>
            <a:off x="845805" y="1934556"/>
            <a:ext cx="6431400" cy="3608100"/>
          </a:xfrm>
          <a:prstGeom prst="rect">
            <a:avLst/>
          </a:prstGeom>
          <a:noFill/>
          <a:ln>
            <a:noFill/>
          </a:ln>
        </p:spPr>
        <p:txBody>
          <a:bodyPr anchorCtr="0" anchor="t" bIns="45700" lIns="91425" spcFirstLastPara="1" rIns="91425" wrap="square" tIns="45700">
            <a:normAutofit/>
          </a:bodyPr>
          <a:lstStyle/>
          <a:p>
            <a:pPr indent="0" lvl="0" marL="0" rtl="0" algn="just">
              <a:lnSpc>
                <a:spcPct val="115000"/>
              </a:lnSpc>
              <a:spcBef>
                <a:spcPts val="0"/>
              </a:spcBef>
              <a:spcAft>
                <a:spcPts val="0"/>
              </a:spcAft>
              <a:buClr>
                <a:schemeClr val="dk1"/>
              </a:buClr>
              <a:buSzPts val="1100"/>
              <a:buFont typeface="Arial"/>
              <a:buNone/>
            </a:pPr>
            <a:r>
              <a:rPr lang="en-US" sz="1300">
                <a:solidFill>
                  <a:schemeClr val="dk1"/>
                </a:solidFill>
                <a:latin typeface="Arial"/>
                <a:ea typeface="Arial"/>
                <a:cs typeface="Arial"/>
                <a:sym typeface="Arial"/>
              </a:rPr>
              <a:t>Netflix has become one of the most prominent global streaming platforms, continuously expanding its library with a mix of original productions and licensed content. However, with growing competition from platforms like Amazon Prime, Disney+, and regional OTT providers, Netflix must strategically analyze its content catalog to identify strengths, gaps, and opportunities. </a:t>
            </a:r>
            <a:endParaRPr sz="1300">
              <a:solidFill>
                <a:schemeClr val="dk1"/>
              </a:solidFill>
              <a:latin typeface="Arial"/>
              <a:ea typeface="Arial"/>
              <a:cs typeface="Arial"/>
              <a:sym typeface="Arial"/>
            </a:endParaRPr>
          </a:p>
          <a:p>
            <a:pPr indent="0" lvl="0" marL="0" rtl="0" algn="just">
              <a:lnSpc>
                <a:spcPct val="115000"/>
              </a:lnSpc>
              <a:spcBef>
                <a:spcPts val="1000"/>
              </a:spcBef>
              <a:spcAft>
                <a:spcPts val="0"/>
              </a:spcAft>
              <a:buClr>
                <a:schemeClr val="dk1"/>
              </a:buClr>
              <a:buSzPts val="1100"/>
              <a:buFont typeface="Arial"/>
              <a:buNone/>
            </a:pPr>
            <a:r>
              <a:rPr lang="en-US" sz="1300">
                <a:solidFill>
                  <a:schemeClr val="dk1"/>
                </a:solidFill>
                <a:latin typeface="Arial"/>
                <a:ea typeface="Arial"/>
                <a:cs typeface="Arial"/>
                <a:sym typeface="Arial"/>
              </a:rPr>
              <a:t>The specific problem to be addressed in this project is </a:t>
            </a:r>
            <a:r>
              <a:rPr b="1" lang="en-US" sz="1300">
                <a:solidFill>
                  <a:schemeClr val="dk1"/>
                </a:solidFill>
                <a:latin typeface="Arial"/>
                <a:ea typeface="Arial"/>
                <a:cs typeface="Arial"/>
                <a:sym typeface="Arial"/>
              </a:rPr>
              <a:t>'Content Trends Analysis for Strategic Recommendations</a:t>
            </a:r>
            <a:r>
              <a:rPr lang="en-US" sz="1300">
                <a:solidFill>
                  <a:schemeClr val="dk1"/>
                </a:solidFill>
                <a:latin typeface="Arial"/>
                <a:ea typeface="Arial"/>
                <a:cs typeface="Arial"/>
                <a:sym typeface="Arial"/>
              </a:rPr>
              <a:t>'. The aim is to uncover how Netflix’s content distribution (Movies vs. TV Shows, genres, and country contributions) has evolved over the years. This will enable the identification of key genres, audience preferences, and strategic insights into global content expansion.</a:t>
            </a:r>
            <a:endParaRPr sz="1300">
              <a:solidFill>
                <a:schemeClr val="dk1"/>
              </a:solidFill>
              <a:latin typeface="Arial"/>
              <a:ea typeface="Arial"/>
              <a:cs typeface="Arial"/>
              <a:sym typeface="Arial"/>
            </a:endParaRPr>
          </a:p>
          <a:p>
            <a:pPr indent="-200660" lvl="0" marL="342900" rtl="0" algn="l">
              <a:lnSpc>
                <a:spcPct val="150000"/>
              </a:lnSpc>
              <a:spcBef>
                <a:spcPts val="1000"/>
              </a:spcBef>
              <a:spcAft>
                <a:spcPts val="0"/>
              </a:spcAft>
              <a:buSzPts val="2240"/>
              <a:buNone/>
            </a:pPr>
            <a:r>
              <a:t/>
            </a:r>
            <a:endParaRPr sz="3000"/>
          </a:p>
        </p:txBody>
      </p:sp>
      <p:sp>
        <p:nvSpPr>
          <p:cNvPr id="206" name="Google Shape;206;p2"/>
          <p:cNvSpPr txBox="1"/>
          <p:nvPr>
            <p:ph type="title"/>
          </p:nvPr>
        </p:nvSpPr>
        <p:spPr>
          <a:xfrm>
            <a:off x="754602" y="550417"/>
            <a:ext cx="6995604" cy="790111"/>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PROBLEM  STATEMENT</a:t>
            </a:r>
            <a:endParaRPr/>
          </a:p>
        </p:txBody>
      </p:sp>
      <p:pic>
        <p:nvPicPr>
          <p:cNvPr id="207" name="Google Shape;207;p2"/>
          <p:cNvPicPr preferRelativeResize="0"/>
          <p:nvPr/>
        </p:nvPicPr>
        <p:blipFill rotWithShape="1">
          <a:blip r:embed="rId3">
            <a:alphaModFix/>
          </a:blip>
          <a:srcRect b="0" l="0" r="0" t="0"/>
          <a:stretch/>
        </p:blipFill>
        <p:spPr>
          <a:xfrm>
            <a:off x="7995684" y="2930834"/>
            <a:ext cx="2760758" cy="3264409"/>
          </a:xfrm>
          <a:prstGeom prst="rect">
            <a:avLst/>
          </a:prstGeom>
          <a:noFill/>
          <a:ln>
            <a:noFill/>
          </a:ln>
        </p:spPr>
      </p:pic>
      <p:pic>
        <p:nvPicPr>
          <p:cNvPr id="208" name="Google Shape;208;p2"/>
          <p:cNvPicPr preferRelativeResize="0"/>
          <p:nvPr/>
        </p:nvPicPr>
        <p:blipFill rotWithShape="1">
          <a:blip r:embed="rId4">
            <a:alphaModFix/>
          </a:blip>
          <a:srcRect b="0" l="0" r="0" t="96181"/>
          <a:stretch/>
        </p:blipFill>
        <p:spPr>
          <a:xfrm>
            <a:off x="675957" y="6471920"/>
            <a:ext cx="2143125" cy="1930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06"/>
                                        </p:tgtEl>
                                        <p:attrNameLst>
                                          <p:attrName>style.visibility</p:attrName>
                                        </p:attrNameLst>
                                      </p:cBhvr>
                                      <p:to>
                                        <p:strVal val="visible"/>
                                      </p:to>
                                    </p:set>
                                    <p:anim calcmode="lin" valueType="num">
                                      <p:cBhvr additive="base">
                                        <p:cTn dur="500"/>
                                        <p:tgtEl>
                                          <p:spTgt spid="206"/>
                                        </p:tgtEl>
                                        <p:attrNameLst>
                                          <p:attrName>ppt_w</p:attrName>
                                        </p:attrNameLst>
                                      </p:cBhvr>
                                      <p:tavLst>
                                        <p:tav fmla="" tm="0">
                                          <p:val>
                                            <p:strVal val="0"/>
                                          </p:val>
                                        </p:tav>
                                        <p:tav fmla="" tm="100000">
                                          <p:val>
                                            <p:strVal val="#ppt_w"/>
                                          </p:val>
                                        </p:tav>
                                      </p:tavLst>
                                    </p:anim>
                                    <p:anim calcmode="lin" valueType="num">
                                      <p:cBhvr additive="base">
                                        <p:cTn dur="500"/>
                                        <p:tgtEl>
                                          <p:spTgt spid="20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0" st="0"/>
                                            </p:txEl>
                                          </p:spTgt>
                                        </p:tgtEl>
                                        <p:attrNameLst>
                                          <p:attrName>style.visibility</p:attrName>
                                        </p:attrNameLst>
                                      </p:cBhvr>
                                      <p:to>
                                        <p:strVal val="visible"/>
                                      </p:to>
                                    </p:set>
                                    <p:animEffect filter="fade" transition="in">
                                      <p:cBhvr>
                                        <p:cTn dur="1000"/>
                                        <p:tgtEl>
                                          <p:spTgt spid="20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1" st="1"/>
                                            </p:txEl>
                                          </p:spTgt>
                                        </p:tgtEl>
                                        <p:attrNameLst>
                                          <p:attrName>style.visibility</p:attrName>
                                        </p:attrNameLst>
                                      </p:cBhvr>
                                      <p:to>
                                        <p:strVal val="visible"/>
                                      </p:to>
                                    </p:set>
                                    <p:animEffect filter="fade" transition="in">
                                      <p:cBhvr>
                                        <p:cTn dur="1000"/>
                                        <p:tgtEl>
                                          <p:spTgt spid="20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2" st="2"/>
                                            </p:txEl>
                                          </p:spTgt>
                                        </p:tgtEl>
                                        <p:attrNameLst>
                                          <p:attrName>style.visibility</p:attrName>
                                        </p:attrNameLst>
                                      </p:cBhvr>
                                      <p:to>
                                        <p:strVal val="visible"/>
                                      </p:to>
                                    </p:set>
                                    <p:animEffect filter="fade" transition="in">
                                      <p:cBhvr>
                                        <p:cTn dur="1000"/>
                                        <p:tgtEl>
                                          <p:spTgt spid="205">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12" name="Shape 212"/>
        <p:cNvGrpSpPr/>
        <p:nvPr/>
      </p:nvGrpSpPr>
      <p:grpSpPr>
        <a:xfrm>
          <a:off x="0" y="0"/>
          <a:ext cx="0" cy="0"/>
          <a:chOff x="0" y="0"/>
          <a:chExt cx="0" cy="0"/>
        </a:xfrm>
      </p:grpSpPr>
      <p:sp>
        <p:nvSpPr>
          <p:cNvPr id="213" name="Google Shape;213;p3"/>
          <p:cNvSpPr txBox="1"/>
          <p:nvPr>
            <p:ph type="title"/>
          </p:nvPr>
        </p:nvSpPr>
        <p:spPr>
          <a:xfrm>
            <a:off x="647700" y="226848"/>
            <a:ext cx="6276000" cy="6750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396330"/>
              <a:buFont typeface="Trebuchet MS"/>
              <a:buNone/>
            </a:pPr>
            <a:r>
              <a:rPr lang="en-US"/>
              <a:t>Project Description</a:t>
            </a:r>
            <a:br>
              <a:rPr lang="en-US"/>
            </a:br>
            <a:r>
              <a:rPr b="0" lang="en-US" sz="1211">
                <a:latin typeface="Arial"/>
                <a:ea typeface="Arial"/>
                <a:cs typeface="Arial"/>
                <a:sym typeface="Arial"/>
              </a:rPr>
              <a:t>This project focuses on analyzing the </a:t>
            </a:r>
            <a:r>
              <a:rPr lang="en-US" sz="1211">
                <a:latin typeface="Arial"/>
                <a:ea typeface="Arial"/>
                <a:cs typeface="Arial"/>
                <a:sym typeface="Arial"/>
              </a:rPr>
              <a:t>Netflix dataset</a:t>
            </a:r>
            <a:r>
              <a:rPr b="0" lang="en-US" sz="1211">
                <a:latin typeface="Arial"/>
                <a:ea typeface="Arial"/>
                <a:cs typeface="Arial"/>
                <a:sym typeface="Arial"/>
              </a:rPr>
              <a:t> to uncover trends, patterns, and insights about the content available on the platform. Using Python-based data analysis and visualization techniques, the project explores various aspects such as the distribution of movies and TV shows, content growth over the years, genre popularity, regional contributions, and audience ratings.</a:t>
            </a:r>
            <a:endParaRPr b="0" sz="1211">
              <a:latin typeface="Arial"/>
              <a:ea typeface="Arial"/>
              <a:cs typeface="Arial"/>
              <a:sym typeface="Arial"/>
            </a:endParaRPr>
          </a:p>
          <a:p>
            <a:pPr indent="0" lvl="0" marL="0" rtl="0" algn="l">
              <a:lnSpc>
                <a:spcPct val="115000"/>
              </a:lnSpc>
              <a:spcBef>
                <a:spcPts val="1400"/>
              </a:spcBef>
              <a:spcAft>
                <a:spcPts val="0"/>
              </a:spcAft>
              <a:buClr>
                <a:schemeClr val="dk1"/>
              </a:buClr>
              <a:buSzPct val="77952"/>
              <a:buFont typeface="Arial"/>
              <a:buNone/>
            </a:pPr>
            <a:r>
              <a:rPr lang="en-US" sz="1411">
                <a:latin typeface="Arial"/>
                <a:ea typeface="Arial"/>
                <a:cs typeface="Arial"/>
                <a:sym typeface="Arial"/>
              </a:rPr>
              <a:t>Objective</a:t>
            </a:r>
            <a:endParaRPr sz="1411">
              <a:latin typeface="Arial"/>
              <a:ea typeface="Arial"/>
              <a:cs typeface="Arial"/>
              <a:sym typeface="Arial"/>
            </a:endParaRPr>
          </a:p>
          <a:p>
            <a:pPr indent="0" lvl="0" marL="0" rtl="0" algn="l">
              <a:lnSpc>
                <a:spcPct val="115000"/>
              </a:lnSpc>
              <a:spcBef>
                <a:spcPts val="1200"/>
              </a:spcBef>
              <a:spcAft>
                <a:spcPts val="0"/>
              </a:spcAft>
              <a:buClr>
                <a:schemeClr val="dk1"/>
              </a:buClr>
              <a:buSzPct val="90825"/>
              <a:buFont typeface="Arial"/>
              <a:buNone/>
            </a:pPr>
            <a:r>
              <a:rPr b="0" lang="en-US" sz="1211">
                <a:latin typeface="Arial"/>
                <a:ea typeface="Arial"/>
                <a:cs typeface="Arial"/>
                <a:sym typeface="Arial"/>
              </a:rPr>
              <a:t>To perform </a:t>
            </a:r>
            <a:r>
              <a:rPr lang="en-US" sz="1211">
                <a:latin typeface="Arial"/>
                <a:ea typeface="Arial"/>
                <a:cs typeface="Arial"/>
                <a:sym typeface="Arial"/>
              </a:rPr>
              <a:t>exploratory data analysis (EDA)</a:t>
            </a:r>
            <a:r>
              <a:rPr b="0" lang="en-US" sz="1211">
                <a:latin typeface="Arial"/>
                <a:ea typeface="Arial"/>
                <a:cs typeface="Arial"/>
                <a:sym typeface="Arial"/>
              </a:rPr>
              <a:t> on the Netflix dataset and derive meaningful insights about:</a:t>
            </a:r>
            <a:endParaRPr b="0" sz="1211">
              <a:latin typeface="Arial"/>
              <a:ea typeface="Arial"/>
              <a:cs typeface="Arial"/>
              <a:sym typeface="Arial"/>
            </a:endParaRPr>
          </a:p>
          <a:p>
            <a:pPr indent="-297814" lvl="0" marL="457200" rtl="0" algn="l">
              <a:lnSpc>
                <a:spcPct val="115000"/>
              </a:lnSpc>
              <a:spcBef>
                <a:spcPts val="1200"/>
              </a:spcBef>
              <a:spcAft>
                <a:spcPts val="0"/>
              </a:spcAft>
              <a:buSzPct val="100000"/>
              <a:buFont typeface="Arial"/>
              <a:buChar char="●"/>
            </a:pPr>
            <a:r>
              <a:rPr b="0" lang="en-US" sz="1211">
                <a:latin typeface="Arial"/>
                <a:ea typeface="Arial"/>
                <a:cs typeface="Arial"/>
                <a:sym typeface="Arial"/>
              </a:rPr>
              <a:t>Content type distribution (Movies vs. TV Shows)</a:t>
            </a:r>
            <a:br>
              <a:rPr b="0" lang="en-US" sz="1211">
                <a:latin typeface="Arial"/>
                <a:ea typeface="Arial"/>
                <a:cs typeface="Arial"/>
                <a:sym typeface="Arial"/>
              </a:rPr>
            </a:br>
            <a:endParaRPr b="0" sz="1211">
              <a:latin typeface="Arial"/>
              <a:ea typeface="Arial"/>
              <a:cs typeface="Arial"/>
              <a:sym typeface="Arial"/>
            </a:endParaRPr>
          </a:p>
          <a:p>
            <a:pPr indent="-297814" lvl="0" marL="457200" rtl="0" algn="l">
              <a:lnSpc>
                <a:spcPct val="115000"/>
              </a:lnSpc>
              <a:spcBef>
                <a:spcPts val="0"/>
              </a:spcBef>
              <a:spcAft>
                <a:spcPts val="0"/>
              </a:spcAft>
              <a:buSzPct val="100000"/>
              <a:buFont typeface="Arial"/>
              <a:buChar char="●"/>
            </a:pPr>
            <a:r>
              <a:rPr b="0" lang="en-US" sz="1211">
                <a:latin typeface="Arial"/>
                <a:ea typeface="Arial"/>
                <a:cs typeface="Arial"/>
                <a:sym typeface="Arial"/>
              </a:rPr>
              <a:t>Most popular genres and categories</a:t>
            </a:r>
            <a:br>
              <a:rPr b="0" lang="en-US" sz="1211">
                <a:latin typeface="Arial"/>
                <a:ea typeface="Arial"/>
                <a:cs typeface="Arial"/>
                <a:sym typeface="Arial"/>
              </a:rPr>
            </a:br>
            <a:endParaRPr b="0" sz="1211">
              <a:latin typeface="Arial"/>
              <a:ea typeface="Arial"/>
              <a:cs typeface="Arial"/>
              <a:sym typeface="Arial"/>
            </a:endParaRPr>
          </a:p>
          <a:p>
            <a:pPr indent="-297814" lvl="0" marL="457200" rtl="0" algn="l">
              <a:lnSpc>
                <a:spcPct val="115000"/>
              </a:lnSpc>
              <a:spcBef>
                <a:spcPts val="0"/>
              </a:spcBef>
              <a:spcAft>
                <a:spcPts val="0"/>
              </a:spcAft>
              <a:buSzPct val="100000"/>
              <a:buFont typeface="Arial"/>
              <a:buChar char="●"/>
            </a:pPr>
            <a:r>
              <a:rPr b="0" lang="en-US" sz="1211">
                <a:latin typeface="Arial"/>
                <a:ea typeface="Arial"/>
                <a:cs typeface="Arial"/>
                <a:sym typeface="Arial"/>
              </a:rPr>
              <a:t>Content production trends over time</a:t>
            </a:r>
            <a:br>
              <a:rPr b="0" lang="en-US" sz="1211">
                <a:latin typeface="Arial"/>
                <a:ea typeface="Arial"/>
                <a:cs typeface="Arial"/>
                <a:sym typeface="Arial"/>
              </a:rPr>
            </a:br>
            <a:endParaRPr b="0" sz="1211">
              <a:latin typeface="Arial"/>
              <a:ea typeface="Arial"/>
              <a:cs typeface="Arial"/>
              <a:sym typeface="Arial"/>
            </a:endParaRPr>
          </a:p>
          <a:p>
            <a:pPr indent="-297814" lvl="0" marL="457200" rtl="0" algn="l">
              <a:lnSpc>
                <a:spcPct val="115000"/>
              </a:lnSpc>
              <a:spcBef>
                <a:spcPts val="0"/>
              </a:spcBef>
              <a:spcAft>
                <a:spcPts val="0"/>
              </a:spcAft>
              <a:buSzPct val="100000"/>
              <a:buFont typeface="Arial"/>
              <a:buChar char="●"/>
            </a:pPr>
            <a:r>
              <a:rPr b="0" lang="en-US" sz="1211">
                <a:latin typeface="Arial"/>
                <a:ea typeface="Arial"/>
                <a:cs typeface="Arial"/>
                <a:sym typeface="Arial"/>
              </a:rPr>
              <a:t>Country-wise contribution to Netflix’s library</a:t>
            </a:r>
            <a:br>
              <a:rPr b="0" lang="en-US" sz="1211">
                <a:latin typeface="Arial"/>
                <a:ea typeface="Arial"/>
                <a:cs typeface="Arial"/>
                <a:sym typeface="Arial"/>
              </a:rPr>
            </a:br>
            <a:endParaRPr b="0" sz="1211">
              <a:latin typeface="Arial"/>
              <a:ea typeface="Arial"/>
              <a:cs typeface="Arial"/>
              <a:sym typeface="Arial"/>
            </a:endParaRPr>
          </a:p>
          <a:p>
            <a:pPr indent="-297814" lvl="0" marL="457200" rtl="0" algn="l">
              <a:lnSpc>
                <a:spcPct val="115000"/>
              </a:lnSpc>
              <a:spcBef>
                <a:spcPts val="0"/>
              </a:spcBef>
              <a:spcAft>
                <a:spcPts val="0"/>
              </a:spcAft>
              <a:buSzPct val="100000"/>
              <a:buFont typeface="Arial"/>
              <a:buChar char="●"/>
            </a:pPr>
            <a:r>
              <a:rPr b="0" lang="en-US" sz="1211">
                <a:latin typeface="Arial"/>
                <a:ea typeface="Arial"/>
                <a:cs typeface="Arial"/>
                <a:sym typeface="Arial"/>
              </a:rPr>
              <a:t>Rating and maturity classification trends</a:t>
            </a:r>
            <a:br>
              <a:rPr b="0" lang="en-US" sz="1211">
                <a:latin typeface="Arial"/>
                <a:ea typeface="Arial"/>
                <a:cs typeface="Arial"/>
                <a:sym typeface="Arial"/>
              </a:rPr>
            </a:br>
            <a:endParaRPr b="0" sz="1211">
              <a:latin typeface="Arial"/>
              <a:ea typeface="Arial"/>
              <a:cs typeface="Arial"/>
              <a:sym typeface="Arial"/>
            </a:endParaRPr>
          </a:p>
          <a:p>
            <a:pPr indent="-297814" lvl="0" marL="457200" rtl="0" algn="l">
              <a:lnSpc>
                <a:spcPct val="115000"/>
              </a:lnSpc>
              <a:spcBef>
                <a:spcPts val="0"/>
              </a:spcBef>
              <a:spcAft>
                <a:spcPts val="0"/>
              </a:spcAft>
              <a:buSzPct val="100000"/>
              <a:buFont typeface="Arial"/>
              <a:buChar char="●"/>
            </a:pPr>
            <a:r>
              <a:rPr b="0" lang="en-US" sz="1211">
                <a:latin typeface="Arial"/>
                <a:ea typeface="Arial"/>
                <a:cs typeface="Arial"/>
                <a:sym typeface="Arial"/>
              </a:rPr>
              <a:t>Duration analysis of movies</a:t>
            </a:r>
            <a:br>
              <a:rPr b="0" lang="en-US" sz="1211">
                <a:latin typeface="Arial"/>
                <a:ea typeface="Arial"/>
                <a:cs typeface="Arial"/>
                <a:sym typeface="Arial"/>
              </a:rPr>
            </a:br>
            <a:endParaRPr b="0" sz="1211">
              <a:latin typeface="Arial"/>
              <a:ea typeface="Arial"/>
              <a:cs typeface="Arial"/>
              <a:sym typeface="Arial"/>
            </a:endParaRPr>
          </a:p>
          <a:p>
            <a:pPr indent="-297814" lvl="0" marL="457200" rtl="0" algn="l">
              <a:lnSpc>
                <a:spcPct val="115000"/>
              </a:lnSpc>
              <a:spcBef>
                <a:spcPts val="0"/>
              </a:spcBef>
              <a:spcAft>
                <a:spcPts val="0"/>
              </a:spcAft>
              <a:buSzPct val="100000"/>
              <a:buFont typeface="Arial"/>
              <a:buChar char="●"/>
            </a:pPr>
            <a:r>
              <a:rPr b="0" lang="en-US" sz="1211">
                <a:latin typeface="Arial"/>
                <a:ea typeface="Arial"/>
                <a:cs typeface="Arial"/>
                <a:sym typeface="Arial"/>
              </a:rPr>
              <a:t>Director and cast activity</a:t>
            </a:r>
            <a:endParaRPr b="0" sz="1211">
              <a:latin typeface="Arial"/>
              <a:ea typeface="Arial"/>
              <a:cs typeface="Arial"/>
              <a:sym typeface="Arial"/>
            </a:endParaRPr>
          </a:p>
          <a:p>
            <a:pPr indent="0" lvl="0" marL="0" rtl="0" algn="l">
              <a:lnSpc>
                <a:spcPct val="115000"/>
              </a:lnSpc>
              <a:spcBef>
                <a:spcPts val="1400"/>
              </a:spcBef>
              <a:spcAft>
                <a:spcPts val="0"/>
              </a:spcAft>
              <a:buClr>
                <a:schemeClr val="dk1"/>
              </a:buClr>
              <a:buSzPct val="77952"/>
              <a:buFont typeface="Arial"/>
              <a:buNone/>
            </a:pPr>
            <a:r>
              <a:rPr lang="en-US" sz="1411">
                <a:latin typeface="Arial"/>
                <a:ea typeface="Arial"/>
                <a:cs typeface="Arial"/>
                <a:sym typeface="Arial"/>
              </a:rPr>
              <a:t> Outcome</a:t>
            </a:r>
            <a:endParaRPr sz="1411">
              <a:latin typeface="Arial"/>
              <a:ea typeface="Arial"/>
              <a:cs typeface="Arial"/>
              <a:sym typeface="Arial"/>
            </a:endParaRPr>
          </a:p>
          <a:p>
            <a:pPr indent="0" lvl="0" marL="0" rtl="0" algn="l">
              <a:lnSpc>
                <a:spcPct val="115000"/>
              </a:lnSpc>
              <a:spcBef>
                <a:spcPts val="1200"/>
              </a:spcBef>
              <a:spcAft>
                <a:spcPts val="0"/>
              </a:spcAft>
              <a:buClr>
                <a:schemeClr val="dk1"/>
              </a:buClr>
              <a:buSzPct val="90825"/>
              <a:buFont typeface="Arial"/>
              <a:buNone/>
            </a:pPr>
            <a:r>
              <a:rPr b="0" lang="en-US" sz="1211">
                <a:latin typeface="Arial"/>
                <a:ea typeface="Arial"/>
                <a:cs typeface="Arial"/>
                <a:sym typeface="Arial"/>
              </a:rPr>
              <a:t>The project demonstrates how data-driven analysis can help understand content trends and business strategies in the streaming industry. It highlights Netflix’s evolution, audience preferences, and global content diversity through clear visualizations and summarized insights.</a:t>
            </a:r>
            <a:endParaRPr b="0" sz="1211">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Arial"/>
              <a:buNone/>
            </a:pPr>
            <a:r>
              <a:t/>
            </a:r>
            <a:endParaRPr b="0" sz="1100">
              <a:latin typeface="Arial"/>
              <a:ea typeface="Arial"/>
              <a:cs typeface="Arial"/>
              <a:sym typeface="Arial"/>
            </a:endParaRPr>
          </a:p>
          <a:p>
            <a:pPr indent="0" lvl="0" marL="0" rtl="0" algn="l">
              <a:spcBef>
                <a:spcPts val="1200"/>
              </a:spcBef>
              <a:spcAft>
                <a:spcPts val="0"/>
              </a:spcAft>
              <a:buClr>
                <a:schemeClr val="dk1"/>
              </a:buClr>
              <a:buSzPct val="100000"/>
              <a:buFont typeface="Trebuchet MS"/>
              <a:buNone/>
            </a:pPr>
            <a:br>
              <a:rPr lang="en-US"/>
            </a:br>
            <a:endParaRPr/>
          </a:p>
        </p:txBody>
      </p:sp>
      <p:pic>
        <p:nvPicPr>
          <p:cNvPr id="214" name="Google Shape;214;p3"/>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pic>
        <p:nvPicPr>
          <p:cNvPr id="215" name="Google Shape;215;p3"/>
          <p:cNvPicPr preferRelativeResize="0"/>
          <p:nvPr/>
        </p:nvPicPr>
        <p:blipFill rotWithShape="1">
          <a:blip r:embed="rId4">
            <a:alphaModFix/>
          </a:blip>
          <a:srcRect b="0" l="0" r="0" t="0"/>
          <a:stretch/>
        </p:blipFill>
        <p:spPr>
          <a:xfrm>
            <a:off x="467359" y="6410461"/>
            <a:ext cx="3706253" cy="2960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13"/>
                                        </p:tgtEl>
                                        <p:attrNameLst>
                                          <p:attrName>style.visibility</p:attrName>
                                        </p:attrNameLst>
                                      </p:cBhvr>
                                      <p:to>
                                        <p:strVal val="visible"/>
                                      </p:to>
                                    </p:set>
                                    <p:anim calcmode="lin" valueType="num">
                                      <p:cBhvr additive="base">
                                        <p:cTn dur="500"/>
                                        <p:tgtEl>
                                          <p:spTgt spid="213"/>
                                        </p:tgtEl>
                                        <p:attrNameLst>
                                          <p:attrName>ppt_w</p:attrName>
                                        </p:attrNameLst>
                                      </p:cBhvr>
                                      <p:tavLst>
                                        <p:tav fmla="" tm="0">
                                          <p:val>
                                            <p:strVal val="0"/>
                                          </p:val>
                                        </p:tav>
                                        <p:tav fmla="" tm="100000">
                                          <p:val>
                                            <p:strVal val="#ppt_w"/>
                                          </p:val>
                                        </p:tav>
                                      </p:tavLst>
                                    </p:anim>
                                    <p:anim calcmode="lin" valueType="num">
                                      <p:cBhvr additive="base">
                                        <p:cTn dur="500"/>
                                        <p:tgtEl>
                                          <p:spTgt spid="21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
          <p:cNvSpPr txBox="1"/>
          <p:nvPr>
            <p:ph idx="1" type="body"/>
          </p:nvPr>
        </p:nvSpPr>
        <p:spPr>
          <a:xfrm>
            <a:off x="721359" y="1991360"/>
            <a:ext cx="7904481" cy="3990023"/>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latin typeface="Arial"/>
                <a:ea typeface="Arial"/>
                <a:cs typeface="Arial"/>
                <a:sym typeface="Arial"/>
              </a:rPr>
              <a:t>The Netflix Data Analysis Project is useful for:</a:t>
            </a:r>
            <a:endParaRPr sz="1300">
              <a:solidFill>
                <a:schemeClr val="dk1"/>
              </a:solidFill>
              <a:latin typeface="Arial"/>
              <a:ea typeface="Arial"/>
              <a:cs typeface="Arial"/>
              <a:sym typeface="Arial"/>
            </a:endParaRPr>
          </a:p>
          <a:p>
            <a:pPr indent="-311150" lvl="0" marL="457200" rtl="0" algn="l">
              <a:lnSpc>
                <a:spcPct val="115000"/>
              </a:lnSpc>
              <a:spcBef>
                <a:spcPts val="1200"/>
              </a:spcBef>
              <a:spcAft>
                <a:spcPts val="0"/>
              </a:spcAft>
              <a:buClr>
                <a:schemeClr val="dk1"/>
              </a:buClr>
              <a:buSzPts val="1300"/>
              <a:buFont typeface="Arial"/>
              <a:buChar char="●"/>
            </a:pPr>
            <a:r>
              <a:rPr b="1" lang="en-US" sz="1300">
                <a:solidFill>
                  <a:schemeClr val="dk1"/>
                </a:solidFill>
                <a:latin typeface="Arial"/>
                <a:ea typeface="Arial"/>
                <a:cs typeface="Arial"/>
                <a:sym typeface="Arial"/>
              </a:rPr>
              <a:t>Business Analysts &amp; Data Scientists</a:t>
            </a:r>
            <a:r>
              <a:rPr lang="en-US" sz="1300">
                <a:solidFill>
                  <a:schemeClr val="dk1"/>
                </a:solidFill>
                <a:latin typeface="Arial"/>
                <a:ea typeface="Arial"/>
                <a:cs typeface="Arial"/>
                <a:sym typeface="Arial"/>
              </a:rPr>
              <a:t> – to identify viewing trends and support data-driven decisions.</a:t>
            </a:r>
            <a:br>
              <a:rPr lang="en-US" sz="1300">
                <a:solidFill>
                  <a:schemeClr val="dk1"/>
                </a:solidFill>
                <a:latin typeface="Arial"/>
                <a:ea typeface="Arial"/>
                <a:cs typeface="Arial"/>
                <a:sym typeface="Arial"/>
              </a:rPr>
            </a:br>
            <a:endParaRPr sz="1300">
              <a:solidFill>
                <a:schemeClr val="dk1"/>
              </a:solidFill>
              <a:latin typeface="Arial"/>
              <a:ea typeface="Arial"/>
              <a:cs typeface="Arial"/>
              <a:sym typeface="Arial"/>
            </a:endParaRPr>
          </a:p>
          <a:p>
            <a:pPr indent="-311150" lvl="0" marL="457200" rtl="0" algn="l">
              <a:lnSpc>
                <a:spcPct val="115000"/>
              </a:lnSpc>
              <a:spcBef>
                <a:spcPts val="0"/>
              </a:spcBef>
              <a:spcAft>
                <a:spcPts val="0"/>
              </a:spcAft>
              <a:buClr>
                <a:schemeClr val="dk1"/>
              </a:buClr>
              <a:buSzPts val="1300"/>
              <a:buFont typeface="Arial"/>
              <a:buChar char="●"/>
            </a:pPr>
            <a:r>
              <a:rPr b="1" lang="en-US" sz="1300">
                <a:solidFill>
                  <a:schemeClr val="dk1"/>
                </a:solidFill>
                <a:latin typeface="Arial"/>
                <a:ea typeface="Arial"/>
                <a:cs typeface="Arial"/>
                <a:sym typeface="Arial"/>
              </a:rPr>
              <a:t>Netflix Content Teams</a:t>
            </a:r>
            <a:r>
              <a:rPr lang="en-US" sz="1300">
                <a:solidFill>
                  <a:schemeClr val="dk1"/>
                </a:solidFill>
                <a:latin typeface="Arial"/>
                <a:ea typeface="Arial"/>
                <a:cs typeface="Arial"/>
                <a:sym typeface="Arial"/>
              </a:rPr>
              <a:t> – to plan content acquisition, production, and regional strategy.</a:t>
            </a:r>
            <a:br>
              <a:rPr lang="en-US" sz="1300">
                <a:solidFill>
                  <a:schemeClr val="dk1"/>
                </a:solidFill>
                <a:latin typeface="Arial"/>
                <a:ea typeface="Arial"/>
                <a:cs typeface="Arial"/>
                <a:sym typeface="Arial"/>
              </a:rPr>
            </a:br>
            <a:endParaRPr sz="1300">
              <a:solidFill>
                <a:schemeClr val="dk1"/>
              </a:solidFill>
              <a:latin typeface="Arial"/>
              <a:ea typeface="Arial"/>
              <a:cs typeface="Arial"/>
              <a:sym typeface="Arial"/>
            </a:endParaRPr>
          </a:p>
          <a:p>
            <a:pPr indent="-311150" lvl="0" marL="457200" rtl="0" algn="l">
              <a:lnSpc>
                <a:spcPct val="115000"/>
              </a:lnSpc>
              <a:spcBef>
                <a:spcPts val="0"/>
              </a:spcBef>
              <a:spcAft>
                <a:spcPts val="0"/>
              </a:spcAft>
              <a:buClr>
                <a:schemeClr val="dk1"/>
              </a:buClr>
              <a:buSzPts val="1300"/>
              <a:buFont typeface="Arial"/>
              <a:buChar char="●"/>
            </a:pPr>
            <a:r>
              <a:rPr b="1" lang="en-US" sz="1300">
                <a:solidFill>
                  <a:schemeClr val="dk1"/>
                </a:solidFill>
                <a:latin typeface="Arial"/>
                <a:ea typeface="Arial"/>
                <a:cs typeface="Arial"/>
                <a:sym typeface="Arial"/>
              </a:rPr>
              <a:t>Researchers &amp; Academics</a:t>
            </a:r>
            <a:r>
              <a:rPr lang="en-US" sz="1300">
                <a:solidFill>
                  <a:schemeClr val="dk1"/>
                </a:solidFill>
                <a:latin typeface="Arial"/>
                <a:ea typeface="Arial"/>
                <a:cs typeface="Arial"/>
                <a:sym typeface="Arial"/>
              </a:rPr>
              <a:t> – to study global streaming and entertainment trends.</a:t>
            </a:r>
            <a:br>
              <a:rPr lang="en-US" sz="1300">
                <a:solidFill>
                  <a:schemeClr val="dk1"/>
                </a:solidFill>
                <a:latin typeface="Arial"/>
                <a:ea typeface="Arial"/>
                <a:cs typeface="Arial"/>
                <a:sym typeface="Arial"/>
              </a:rPr>
            </a:br>
            <a:endParaRPr sz="1300">
              <a:solidFill>
                <a:schemeClr val="dk1"/>
              </a:solidFill>
              <a:latin typeface="Arial"/>
              <a:ea typeface="Arial"/>
              <a:cs typeface="Arial"/>
              <a:sym typeface="Arial"/>
            </a:endParaRPr>
          </a:p>
          <a:p>
            <a:pPr indent="-311150" lvl="0" marL="457200" rtl="0" algn="l">
              <a:lnSpc>
                <a:spcPct val="115000"/>
              </a:lnSpc>
              <a:spcBef>
                <a:spcPts val="0"/>
              </a:spcBef>
              <a:spcAft>
                <a:spcPts val="0"/>
              </a:spcAft>
              <a:buClr>
                <a:schemeClr val="dk1"/>
              </a:buClr>
              <a:buSzPts val="1300"/>
              <a:buFont typeface="Arial"/>
              <a:buChar char="●"/>
            </a:pPr>
            <a:r>
              <a:rPr b="1" lang="en-US" sz="1300">
                <a:solidFill>
                  <a:schemeClr val="dk1"/>
                </a:solidFill>
                <a:latin typeface="Arial"/>
                <a:ea typeface="Arial"/>
                <a:cs typeface="Arial"/>
                <a:sym typeface="Arial"/>
              </a:rPr>
              <a:t>Marketing Professionals</a:t>
            </a:r>
            <a:r>
              <a:rPr lang="en-US" sz="1300">
                <a:solidFill>
                  <a:schemeClr val="dk1"/>
                </a:solidFill>
                <a:latin typeface="Arial"/>
                <a:ea typeface="Arial"/>
                <a:cs typeface="Arial"/>
                <a:sym typeface="Arial"/>
              </a:rPr>
              <a:t> – to target audiences based on content preferences.</a:t>
            </a:r>
            <a:br>
              <a:rPr lang="en-US" sz="1300">
                <a:solidFill>
                  <a:schemeClr val="dk1"/>
                </a:solidFill>
                <a:latin typeface="Arial"/>
                <a:ea typeface="Arial"/>
                <a:cs typeface="Arial"/>
                <a:sym typeface="Arial"/>
              </a:rPr>
            </a:br>
            <a:endParaRPr sz="1300">
              <a:solidFill>
                <a:schemeClr val="dk1"/>
              </a:solidFill>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Font typeface="Arial"/>
              <a:buChar char="●"/>
            </a:pPr>
            <a:r>
              <a:rPr b="1" lang="en-US" sz="1300">
                <a:solidFill>
                  <a:schemeClr val="dk1"/>
                </a:solidFill>
                <a:latin typeface="Arial"/>
                <a:ea typeface="Arial"/>
                <a:cs typeface="Arial"/>
                <a:sym typeface="Arial"/>
              </a:rPr>
              <a:t>Students &amp; Learners</a:t>
            </a:r>
            <a:r>
              <a:rPr lang="en-US" sz="1300">
                <a:solidFill>
                  <a:schemeClr val="dk1"/>
                </a:solidFill>
                <a:latin typeface="Arial"/>
                <a:ea typeface="Arial"/>
                <a:cs typeface="Arial"/>
                <a:sym typeface="Arial"/>
              </a:rPr>
              <a:t> – to practice real-world data analysis and visualization skills.</a:t>
            </a:r>
            <a:br>
              <a:rPr lang="en-US" sz="1100">
                <a:solidFill>
                  <a:schemeClr val="dk1"/>
                </a:solidFill>
                <a:latin typeface="Arial"/>
                <a:ea typeface="Arial"/>
                <a:cs typeface="Arial"/>
                <a:sym typeface="Arial"/>
              </a:rPr>
            </a:br>
            <a:endParaRPr sz="1100">
              <a:solidFill>
                <a:schemeClr val="dk1"/>
              </a:solidFill>
              <a:latin typeface="Arial"/>
              <a:ea typeface="Arial"/>
              <a:cs typeface="Arial"/>
              <a:sym typeface="Arial"/>
            </a:endParaRPr>
          </a:p>
          <a:p>
            <a:pPr indent="-160020" lvl="0" marL="342900" rtl="0" algn="just">
              <a:lnSpc>
                <a:spcPct val="150000"/>
              </a:lnSpc>
              <a:spcBef>
                <a:spcPts val="1200"/>
              </a:spcBef>
              <a:spcAft>
                <a:spcPts val="0"/>
              </a:spcAft>
              <a:buSzPts val="2880"/>
              <a:buNone/>
            </a:pPr>
            <a:r>
              <a:t/>
            </a:r>
            <a:endParaRPr sz="3600"/>
          </a:p>
        </p:txBody>
      </p:sp>
      <p:sp>
        <p:nvSpPr>
          <p:cNvPr id="221" name="Google Shape;221;p4"/>
          <p:cNvSpPr txBox="1"/>
          <p:nvPr>
            <p:ph type="title"/>
          </p:nvPr>
        </p:nvSpPr>
        <p:spPr>
          <a:xfrm>
            <a:off x="620008" y="876617"/>
            <a:ext cx="10046070" cy="80264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Font typeface="Trebuchet MS"/>
              <a:buNone/>
            </a:pPr>
            <a:r>
              <a:rPr lang="en-US" sz="3200"/>
              <a:t>WHO ARE THE END USERS?</a:t>
            </a:r>
            <a:endParaRPr sz="2000"/>
          </a:p>
        </p:txBody>
      </p:sp>
      <p:pic>
        <p:nvPicPr>
          <p:cNvPr id="222" name="Google Shape;222;p4"/>
          <p:cNvPicPr preferRelativeResize="0"/>
          <p:nvPr/>
        </p:nvPicPr>
        <p:blipFill rotWithShape="1">
          <a:blip r:embed="rId3">
            <a:alphaModFix/>
          </a:blip>
          <a:srcRect b="0" l="0" r="0" t="0"/>
          <a:stretch/>
        </p:blipFill>
        <p:spPr>
          <a:xfrm>
            <a:off x="721359" y="6176804"/>
            <a:ext cx="2181225" cy="485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21"/>
                                        </p:tgtEl>
                                        <p:attrNameLst>
                                          <p:attrName>style.visibility</p:attrName>
                                        </p:attrNameLst>
                                      </p:cBhvr>
                                      <p:to>
                                        <p:strVal val="visible"/>
                                      </p:to>
                                    </p:set>
                                    <p:anim calcmode="lin" valueType="num">
                                      <p:cBhvr additive="base">
                                        <p:cTn dur="500"/>
                                        <p:tgtEl>
                                          <p:spTgt spid="221"/>
                                        </p:tgtEl>
                                        <p:attrNameLst>
                                          <p:attrName>ppt_w</p:attrName>
                                        </p:attrNameLst>
                                      </p:cBhvr>
                                      <p:tavLst>
                                        <p:tav fmla="" tm="0">
                                          <p:val>
                                            <p:strVal val="0"/>
                                          </p:val>
                                        </p:tav>
                                        <p:tav fmla="" tm="100000">
                                          <p:val>
                                            <p:strVal val="#ppt_w"/>
                                          </p:val>
                                        </p:tav>
                                      </p:tavLst>
                                    </p:anim>
                                    <p:anim calcmode="lin" valueType="num">
                                      <p:cBhvr additive="base">
                                        <p:cTn dur="500"/>
                                        <p:tgtEl>
                                          <p:spTgt spid="22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0" st="0"/>
                                            </p:txEl>
                                          </p:spTgt>
                                        </p:tgtEl>
                                        <p:attrNameLst>
                                          <p:attrName>style.visibility</p:attrName>
                                        </p:attrNameLst>
                                      </p:cBhvr>
                                      <p:to>
                                        <p:strVal val="visible"/>
                                      </p:to>
                                    </p:set>
                                    <p:animEffect filter="fade" transition="in">
                                      <p:cBhvr>
                                        <p:cTn dur="1000"/>
                                        <p:tgtEl>
                                          <p:spTgt spid="22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1" st="1"/>
                                            </p:txEl>
                                          </p:spTgt>
                                        </p:tgtEl>
                                        <p:attrNameLst>
                                          <p:attrName>style.visibility</p:attrName>
                                        </p:attrNameLst>
                                      </p:cBhvr>
                                      <p:to>
                                        <p:strVal val="visible"/>
                                      </p:to>
                                    </p:set>
                                    <p:animEffect filter="fade" transition="in">
                                      <p:cBhvr>
                                        <p:cTn dur="1000"/>
                                        <p:tgtEl>
                                          <p:spTgt spid="22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2" st="2"/>
                                            </p:txEl>
                                          </p:spTgt>
                                        </p:tgtEl>
                                        <p:attrNameLst>
                                          <p:attrName>style.visibility</p:attrName>
                                        </p:attrNameLst>
                                      </p:cBhvr>
                                      <p:to>
                                        <p:strVal val="visible"/>
                                      </p:to>
                                    </p:set>
                                    <p:animEffect filter="fade" transition="in">
                                      <p:cBhvr>
                                        <p:cTn dur="1000"/>
                                        <p:tgtEl>
                                          <p:spTgt spid="22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3" st="3"/>
                                            </p:txEl>
                                          </p:spTgt>
                                        </p:tgtEl>
                                        <p:attrNameLst>
                                          <p:attrName>style.visibility</p:attrName>
                                        </p:attrNameLst>
                                      </p:cBhvr>
                                      <p:to>
                                        <p:strVal val="visible"/>
                                      </p:to>
                                    </p:set>
                                    <p:animEffect filter="fade" transition="in">
                                      <p:cBhvr>
                                        <p:cTn dur="1000"/>
                                        <p:tgtEl>
                                          <p:spTgt spid="22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4" st="4"/>
                                            </p:txEl>
                                          </p:spTgt>
                                        </p:tgtEl>
                                        <p:attrNameLst>
                                          <p:attrName>style.visibility</p:attrName>
                                        </p:attrNameLst>
                                      </p:cBhvr>
                                      <p:to>
                                        <p:strVal val="visible"/>
                                      </p:to>
                                    </p:set>
                                    <p:animEffect filter="fade" transition="in">
                                      <p:cBhvr>
                                        <p:cTn dur="1000"/>
                                        <p:tgtEl>
                                          <p:spTgt spid="22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5" st="5"/>
                                            </p:txEl>
                                          </p:spTgt>
                                        </p:tgtEl>
                                        <p:attrNameLst>
                                          <p:attrName>style.visibility</p:attrName>
                                        </p:attrNameLst>
                                      </p:cBhvr>
                                      <p:to>
                                        <p:strVal val="visible"/>
                                      </p:to>
                                    </p:set>
                                    <p:animEffect filter="fade" transition="in">
                                      <p:cBhvr>
                                        <p:cTn dur="1000"/>
                                        <p:tgtEl>
                                          <p:spTgt spid="22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6" st="6"/>
                                            </p:txEl>
                                          </p:spTgt>
                                        </p:tgtEl>
                                        <p:attrNameLst>
                                          <p:attrName>style.visibility</p:attrName>
                                        </p:attrNameLst>
                                      </p:cBhvr>
                                      <p:to>
                                        <p:strVal val="visible"/>
                                      </p:to>
                                    </p:set>
                                    <p:animEffect filter="fade" transition="in">
                                      <p:cBhvr>
                                        <p:cTn dur="1000"/>
                                        <p:tgtEl>
                                          <p:spTgt spid="22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27" name="Shape 227"/>
        <p:cNvGrpSpPr/>
        <p:nvPr/>
      </p:nvGrpSpPr>
      <p:grpSpPr>
        <a:xfrm>
          <a:off x="0" y="0"/>
          <a:ext cx="0" cy="0"/>
          <a:chOff x="0" y="0"/>
          <a:chExt cx="0" cy="0"/>
        </a:xfrm>
      </p:grpSpPr>
      <p:pic>
        <p:nvPicPr>
          <p:cNvPr id="228" name="Google Shape;228;p5"/>
          <p:cNvPicPr preferRelativeResize="0"/>
          <p:nvPr/>
        </p:nvPicPr>
        <p:blipFill rotWithShape="1">
          <a:blip r:embed="rId3">
            <a:alphaModFix/>
          </a:blip>
          <a:srcRect b="0" l="0" r="0" t="0"/>
          <a:stretch/>
        </p:blipFill>
        <p:spPr>
          <a:xfrm>
            <a:off x="467359" y="6410461"/>
            <a:ext cx="3706253" cy="296092"/>
          </a:xfrm>
          <a:prstGeom prst="rect">
            <a:avLst/>
          </a:prstGeom>
          <a:noFill/>
          <a:ln>
            <a:noFill/>
          </a:ln>
        </p:spPr>
      </p:pic>
      <p:pic>
        <p:nvPicPr>
          <p:cNvPr id="229" name="Google Shape;229;p5"/>
          <p:cNvPicPr preferRelativeResize="0"/>
          <p:nvPr/>
        </p:nvPicPr>
        <p:blipFill rotWithShape="1">
          <a:blip r:embed="rId4">
            <a:alphaModFix/>
          </a:blip>
          <a:srcRect b="0" l="0" r="0" t="0"/>
          <a:stretch/>
        </p:blipFill>
        <p:spPr>
          <a:xfrm flipH="1">
            <a:off x="50800" y="3820160"/>
            <a:ext cx="1727200" cy="3010024"/>
          </a:xfrm>
          <a:prstGeom prst="rect">
            <a:avLst/>
          </a:prstGeom>
          <a:noFill/>
          <a:ln>
            <a:noFill/>
          </a:ln>
        </p:spPr>
      </p:pic>
      <p:sp>
        <p:nvSpPr>
          <p:cNvPr id="230" name="Google Shape;230;p5"/>
          <p:cNvSpPr txBox="1"/>
          <p:nvPr>
            <p:ph idx="1" type="body"/>
          </p:nvPr>
        </p:nvSpPr>
        <p:spPr>
          <a:xfrm>
            <a:off x="367018" y="1463110"/>
            <a:ext cx="9027600" cy="52434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b="1" lang="en-US" sz="1700">
                <a:solidFill>
                  <a:schemeClr val="dk1"/>
                </a:solidFill>
                <a:latin typeface="Arial"/>
                <a:ea typeface="Arial"/>
                <a:cs typeface="Arial"/>
                <a:sym typeface="Arial"/>
              </a:rPr>
              <a:t>Tools &amp; Technologies Used</a:t>
            </a:r>
            <a:endParaRPr b="1" sz="1700">
              <a:solidFill>
                <a:schemeClr val="dk1"/>
              </a:solidFill>
              <a:latin typeface="Arial"/>
              <a:ea typeface="Arial"/>
              <a:cs typeface="Arial"/>
              <a:sym typeface="Arial"/>
            </a:endParaRPr>
          </a:p>
          <a:p>
            <a:pPr indent="-323850" lvl="0" marL="457200" rtl="0" algn="l">
              <a:lnSpc>
                <a:spcPct val="115000"/>
              </a:lnSpc>
              <a:spcBef>
                <a:spcPts val="1200"/>
              </a:spcBef>
              <a:spcAft>
                <a:spcPts val="0"/>
              </a:spcAft>
              <a:buClr>
                <a:schemeClr val="dk1"/>
              </a:buClr>
              <a:buSzPts val="1500"/>
              <a:buFont typeface="Arial"/>
              <a:buChar char="●"/>
            </a:pPr>
            <a:r>
              <a:rPr b="1" lang="en-US" sz="1500">
                <a:solidFill>
                  <a:schemeClr val="dk1"/>
                </a:solidFill>
                <a:latin typeface="Arial"/>
                <a:ea typeface="Arial"/>
                <a:cs typeface="Arial"/>
                <a:sym typeface="Arial"/>
              </a:rPr>
              <a:t>Python</a:t>
            </a:r>
            <a:r>
              <a:rPr lang="en-US" sz="1500">
                <a:solidFill>
                  <a:schemeClr val="dk1"/>
                </a:solidFill>
                <a:latin typeface="Arial"/>
                <a:ea typeface="Arial"/>
                <a:cs typeface="Arial"/>
                <a:sym typeface="Arial"/>
              </a:rPr>
              <a:t> (Pandas, NumPy) – for data manipulation and cleaning</a:t>
            </a:r>
            <a:br>
              <a:rPr lang="en-US" sz="1500">
                <a:solidFill>
                  <a:schemeClr val="dk1"/>
                </a:solidFill>
                <a:latin typeface="Arial"/>
                <a:ea typeface="Arial"/>
                <a:cs typeface="Arial"/>
                <a:sym typeface="Arial"/>
              </a:rPr>
            </a:br>
            <a:endParaRPr sz="15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ts val="1500"/>
              <a:buFont typeface="Arial"/>
              <a:buChar char="●"/>
            </a:pPr>
            <a:r>
              <a:rPr b="1" lang="en-US" sz="1500">
                <a:solidFill>
                  <a:schemeClr val="dk1"/>
                </a:solidFill>
                <a:latin typeface="Arial"/>
                <a:ea typeface="Arial"/>
                <a:cs typeface="Arial"/>
                <a:sym typeface="Arial"/>
              </a:rPr>
              <a:t>Matplotlib &amp; Seaborn</a:t>
            </a:r>
            <a:r>
              <a:rPr lang="en-US" sz="1500">
                <a:solidFill>
                  <a:schemeClr val="dk1"/>
                </a:solidFill>
                <a:latin typeface="Arial"/>
                <a:ea typeface="Arial"/>
                <a:cs typeface="Arial"/>
                <a:sym typeface="Arial"/>
              </a:rPr>
              <a:t> – for data visualization</a:t>
            </a:r>
            <a:br>
              <a:rPr lang="en-US" sz="1500">
                <a:solidFill>
                  <a:schemeClr val="dk1"/>
                </a:solidFill>
                <a:latin typeface="Arial"/>
                <a:ea typeface="Arial"/>
                <a:cs typeface="Arial"/>
                <a:sym typeface="Arial"/>
              </a:rPr>
            </a:br>
            <a:endParaRPr sz="15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ts val="1500"/>
              <a:buFont typeface="Arial"/>
              <a:buChar char="●"/>
            </a:pPr>
            <a:r>
              <a:rPr b="1" lang="en-US" sz="1500">
                <a:solidFill>
                  <a:schemeClr val="dk1"/>
                </a:solidFill>
                <a:latin typeface="Arial"/>
                <a:ea typeface="Arial"/>
                <a:cs typeface="Arial"/>
                <a:sym typeface="Arial"/>
              </a:rPr>
              <a:t>Jupyter Notebook / Google Colab</a:t>
            </a:r>
            <a:r>
              <a:rPr lang="en-US" sz="1500">
                <a:solidFill>
                  <a:schemeClr val="dk1"/>
                </a:solidFill>
                <a:latin typeface="Arial"/>
                <a:ea typeface="Arial"/>
                <a:cs typeface="Arial"/>
                <a:sym typeface="Arial"/>
              </a:rPr>
              <a:t> – for analysis and presentation</a:t>
            </a:r>
            <a:br>
              <a:rPr lang="en-US" sz="1500">
                <a:solidFill>
                  <a:schemeClr val="dk1"/>
                </a:solidFill>
                <a:latin typeface="Arial"/>
                <a:ea typeface="Arial"/>
                <a:cs typeface="Arial"/>
                <a:sym typeface="Arial"/>
              </a:rPr>
            </a:br>
            <a:endParaRPr sz="1500">
              <a:solidFill>
                <a:schemeClr val="dk1"/>
              </a:solidFill>
              <a:latin typeface="Arial"/>
              <a:ea typeface="Arial"/>
              <a:cs typeface="Arial"/>
              <a:sym typeface="Arial"/>
            </a:endParaRPr>
          </a:p>
          <a:p>
            <a:pPr indent="-323850" lvl="0" marL="457200" rtl="0" algn="l">
              <a:lnSpc>
                <a:spcPct val="115000"/>
              </a:lnSpc>
              <a:spcBef>
                <a:spcPts val="0"/>
              </a:spcBef>
              <a:spcAft>
                <a:spcPts val="0"/>
              </a:spcAft>
              <a:buClr>
                <a:schemeClr val="dk1"/>
              </a:buClr>
              <a:buSzPts val="1500"/>
              <a:buFont typeface="Arial"/>
              <a:buChar char="●"/>
            </a:pPr>
            <a:r>
              <a:rPr b="1" lang="en-US" sz="1500">
                <a:solidFill>
                  <a:schemeClr val="dk1"/>
                </a:solidFill>
                <a:latin typeface="Arial"/>
                <a:ea typeface="Arial"/>
                <a:cs typeface="Arial"/>
                <a:sym typeface="Arial"/>
              </a:rPr>
              <a:t>CSV Dataset</a:t>
            </a:r>
            <a:r>
              <a:rPr lang="en-US" sz="1500">
                <a:solidFill>
                  <a:schemeClr val="dk1"/>
                </a:solidFill>
                <a:latin typeface="Arial"/>
                <a:ea typeface="Arial"/>
                <a:cs typeface="Arial"/>
                <a:sym typeface="Arial"/>
              </a:rPr>
              <a:t> – containing Netflix’s movie and TV show metadata</a:t>
            </a:r>
            <a:endParaRPr sz="2400"/>
          </a:p>
        </p:txBody>
      </p:sp>
      <p:sp>
        <p:nvSpPr>
          <p:cNvPr id="231" name="Google Shape;231;p5"/>
          <p:cNvSpPr txBox="1"/>
          <p:nvPr>
            <p:ph type="title"/>
          </p:nvPr>
        </p:nvSpPr>
        <p:spPr>
          <a:xfrm>
            <a:off x="660399" y="430567"/>
            <a:ext cx="5306291" cy="84781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Technology Used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1"/>
                                        </p:tgtEl>
                                        <p:attrNameLst>
                                          <p:attrName>style.visibility</p:attrName>
                                        </p:attrNameLst>
                                      </p:cBhvr>
                                      <p:to>
                                        <p:strVal val="visible"/>
                                      </p:to>
                                    </p:set>
                                    <p:anim calcmode="lin" valueType="num">
                                      <p:cBhvr additive="base">
                                        <p:cTn dur="500"/>
                                        <p:tgtEl>
                                          <p:spTgt spid="231"/>
                                        </p:tgtEl>
                                        <p:attrNameLst>
                                          <p:attrName>ppt_w</p:attrName>
                                        </p:attrNameLst>
                                      </p:cBhvr>
                                      <p:tavLst>
                                        <p:tav fmla="" tm="0">
                                          <p:val>
                                            <p:strVal val="0"/>
                                          </p:val>
                                        </p:tav>
                                        <p:tav fmla="" tm="100000">
                                          <p:val>
                                            <p:strVal val="#ppt_w"/>
                                          </p:val>
                                        </p:tav>
                                      </p:tavLst>
                                    </p:anim>
                                    <p:anim calcmode="lin" valueType="num">
                                      <p:cBhvr additive="base">
                                        <p:cTn dur="500"/>
                                        <p:tgtEl>
                                          <p:spTgt spid="231"/>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0" st="0"/>
                                            </p:txEl>
                                          </p:spTgt>
                                        </p:tgtEl>
                                        <p:attrNameLst>
                                          <p:attrName>style.visibility</p:attrName>
                                        </p:attrNameLst>
                                      </p:cBhvr>
                                      <p:to>
                                        <p:strVal val="visible"/>
                                      </p:to>
                                    </p:set>
                                    <p:animEffect filter="fade" transition="in">
                                      <p:cBhvr>
                                        <p:cTn dur="1000"/>
                                        <p:tgtEl>
                                          <p:spTgt spid="2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1" st="1"/>
                                            </p:txEl>
                                          </p:spTgt>
                                        </p:tgtEl>
                                        <p:attrNameLst>
                                          <p:attrName>style.visibility</p:attrName>
                                        </p:attrNameLst>
                                      </p:cBhvr>
                                      <p:to>
                                        <p:strVal val="visible"/>
                                      </p:to>
                                    </p:set>
                                    <p:animEffect filter="fade" transition="in">
                                      <p:cBhvr>
                                        <p:cTn dur="1000"/>
                                        <p:tgtEl>
                                          <p:spTgt spid="2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2" st="2"/>
                                            </p:txEl>
                                          </p:spTgt>
                                        </p:tgtEl>
                                        <p:attrNameLst>
                                          <p:attrName>style.visibility</p:attrName>
                                        </p:attrNameLst>
                                      </p:cBhvr>
                                      <p:to>
                                        <p:strVal val="visible"/>
                                      </p:to>
                                    </p:set>
                                    <p:animEffect filter="fade" transition="in">
                                      <p:cBhvr>
                                        <p:cTn dur="1000"/>
                                        <p:tgtEl>
                                          <p:spTgt spid="2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3" st="3"/>
                                            </p:txEl>
                                          </p:spTgt>
                                        </p:tgtEl>
                                        <p:attrNameLst>
                                          <p:attrName>style.visibility</p:attrName>
                                        </p:attrNameLst>
                                      </p:cBhvr>
                                      <p:to>
                                        <p:strVal val="visible"/>
                                      </p:to>
                                    </p:set>
                                    <p:animEffect filter="fade" transition="in">
                                      <p:cBhvr>
                                        <p:cTn dur="1000"/>
                                        <p:tgtEl>
                                          <p:spTgt spid="2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4" st="4"/>
                                            </p:txEl>
                                          </p:spTgt>
                                        </p:tgtEl>
                                        <p:attrNameLst>
                                          <p:attrName>style.visibility</p:attrName>
                                        </p:attrNameLst>
                                      </p:cBhvr>
                                      <p:to>
                                        <p:strVal val="visible"/>
                                      </p:to>
                                    </p:set>
                                    <p:animEffect filter="fade" transition="in">
                                      <p:cBhvr>
                                        <p:cTn dur="1000"/>
                                        <p:tgtEl>
                                          <p:spTgt spid="230">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p6"/>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37" name="Google Shape;237;p6"/>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RESULTS1 </a:t>
            </a:r>
            <a:endParaRPr/>
          </a:p>
        </p:txBody>
      </p:sp>
      <p:sp>
        <p:nvSpPr>
          <p:cNvPr id="238" name="Google Shape;238;p6"/>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sp>
        <p:nvSpPr>
          <p:cNvPr id="239" name="Google Shape;239;p6"/>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pic>
        <p:nvPicPr>
          <p:cNvPr id="240" name="Google Shape;240;p6" title="Screenshot 2025-10-11 142504.png"/>
          <p:cNvPicPr preferRelativeResize="0"/>
          <p:nvPr/>
        </p:nvPicPr>
        <p:blipFill>
          <a:blip r:embed="rId4">
            <a:alphaModFix/>
          </a:blip>
          <a:stretch>
            <a:fillRect/>
          </a:stretch>
        </p:blipFill>
        <p:spPr>
          <a:xfrm>
            <a:off x="7061025" y="111750"/>
            <a:ext cx="4978575" cy="4670276"/>
          </a:xfrm>
          <a:prstGeom prst="rect">
            <a:avLst/>
          </a:prstGeom>
          <a:noFill/>
          <a:ln>
            <a:noFill/>
          </a:ln>
        </p:spPr>
      </p:pic>
      <p:pic>
        <p:nvPicPr>
          <p:cNvPr id="241" name="Google Shape;241;p6" title="Screenshot 2025-10-11 142536.png"/>
          <p:cNvPicPr preferRelativeResize="0"/>
          <p:nvPr/>
        </p:nvPicPr>
        <p:blipFill>
          <a:blip r:embed="rId5">
            <a:alphaModFix/>
          </a:blip>
          <a:stretch>
            <a:fillRect/>
          </a:stretch>
        </p:blipFill>
        <p:spPr>
          <a:xfrm>
            <a:off x="224800" y="1384275"/>
            <a:ext cx="6988001" cy="5087650"/>
          </a:xfrm>
          <a:prstGeom prst="rect">
            <a:avLst/>
          </a:prstGeom>
          <a:noFill/>
          <a:ln>
            <a:noFill/>
          </a:ln>
        </p:spPr>
      </p:pic>
      <p:pic>
        <p:nvPicPr>
          <p:cNvPr id="242" name="Google Shape;242;p6" title="Screenshot 2025-10-11 142546.png"/>
          <p:cNvPicPr preferRelativeResize="0"/>
          <p:nvPr/>
        </p:nvPicPr>
        <p:blipFill>
          <a:blip r:embed="rId6">
            <a:alphaModFix/>
          </a:blip>
          <a:stretch>
            <a:fillRect/>
          </a:stretch>
        </p:blipFill>
        <p:spPr>
          <a:xfrm>
            <a:off x="7212800" y="4362875"/>
            <a:ext cx="4826800" cy="24187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7"/>
                                        </p:tgtEl>
                                        <p:attrNameLst>
                                          <p:attrName>style.visibility</p:attrName>
                                        </p:attrNameLst>
                                      </p:cBhvr>
                                      <p:to>
                                        <p:strVal val="visible"/>
                                      </p:to>
                                    </p:set>
                                    <p:anim calcmode="lin" valueType="num">
                                      <p:cBhvr additive="base">
                                        <p:cTn dur="500"/>
                                        <p:tgtEl>
                                          <p:spTgt spid="237"/>
                                        </p:tgtEl>
                                        <p:attrNameLst>
                                          <p:attrName>ppt_w</p:attrName>
                                        </p:attrNameLst>
                                      </p:cBhvr>
                                      <p:tavLst>
                                        <p:tav fmla="" tm="0">
                                          <p:val>
                                            <p:strVal val="0"/>
                                          </p:val>
                                        </p:tav>
                                        <p:tav fmla="" tm="100000">
                                          <p:val>
                                            <p:strVal val="#ppt_w"/>
                                          </p:val>
                                        </p:tav>
                                      </p:tavLst>
                                    </p:anim>
                                    <p:anim calcmode="lin" valueType="num">
                                      <p:cBhvr additive="base">
                                        <p:cTn dur="500"/>
                                        <p:tgtEl>
                                          <p:spTgt spid="23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1000"/>
                                        <p:tgtEl>
                                          <p:spTgt spid="2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1000"/>
                                        <p:tgtEl>
                                          <p:spTgt spid="2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7"/>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48" name="Google Shape;248;p7"/>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RESULTS2</a:t>
            </a:r>
            <a:endParaRPr/>
          </a:p>
        </p:txBody>
      </p:sp>
      <p:sp>
        <p:nvSpPr>
          <p:cNvPr id="249" name="Google Shape;249;p7"/>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pic>
        <p:nvPicPr>
          <p:cNvPr id="250" name="Google Shape;250;p7" title="Screenshot 2025-10-11 142517.png"/>
          <p:cNvPicPr preferRelativeResize="0"/>
          <p:nvPr/>
        </p:nvPicPr>
        <p:blipFill>
          <a:blip r:embed="rId4">
            <a:alphaModFix/>
          </a:blip>
          <a:stretch>
            <a:fillRect/>
          </a:stretch>
        </p:blipFill>
        <p:spPr>
          <a:xfrm>
            <a:off x="232999" y="1275375"/>
            <a:ext cx="9478225" cy="5339476"/>
          </a:xfrm>
          <a:prstGeom prst="rect">
            <a:avLst/>
          </a:prstGeom>
          <a:noFill/>
          <a:ln>
            <a:noFill/>
          </a:ln>
        </p:spPr>
      </p:pic>
      <p:pic>
        <p:nvPicPr>
          <p:cNvPr id="251" name="Google Shape;251;p7" title="Screenshot 2025-10-11 142555.png"/>
          <p:cNvPicPr preferRelativeResize="0"/>
          <p:nvPr/>
        </p:nvPicPr>
        <p:blipFill>
          <a:blip r:embed="rId5">
            <a:alphaModFix/>
          </a:blip>
          <a:stretch>
            <a:fillRect/>
          </a:stretch>
        </p:blipFill>
        <p:spPr>
          <a:xfrm>
            <a:off x="7570300" y="3498650"/>
            <a:ext cx="4521452" cy="3116199"/>
          </a:xfrm>
          <a:prstGeom prst="rect">
            <a:avLst/>
          </a:prstGeom>
          <a:noFill/>
          <a:ln>
            <a:noFill/>
          </a:ln>
        </p:spPr>
      </p:pic>
      <p:pic>
        <p:nvPicPr>
          <p:cNvPr id="252" name="Google Shape;252;p7" title="Screenshot 2025-10-11 143555.png"/>
          <p:cNvPicPr preferRelativeResize="0"/>
          <p:nvPr/>
        </p:nvPicPr>
        <p:blipFill>
          <a:blip r:embed="rId6">
            <a:alphaModFix/>
          </a:blip>
          <a:stretch>
            <a:fillRect/>
          </a:stretch>
        </p:blipFill>
        <p:spPr>
          <a:xfrm>
            <a:off x="5947002" y="123225"/>
            <a:ext cx="6144751" cy="39023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8"/>
                                        </p:tgtEl>
                                        <p:attrNameLst>
                                          <p:attrName>style.visibility</p:attrName>
                                        </p:attrNameLst>
                                      </p:cBhvr>
                                      <p:to>
                                        <p:strVal val="visible"/>
                                      </p:to>
                                    </p:set>
                                    <p:anim calcmode="lin" valueType="num">
                                      <p:cBhvr additive="base">
                                        <p:cTn dur="500"/>
                                        <p:tgtEl>
                                          <p:spTgt spid="248"/>
                                        </p:tgtEl>
                                        <p:attrNameLst>
                                          <p:attrName>ppt_w</p:attrName>
                                        </p:attrNameLst>
                                      </p:cBhvr>
                                      <p:tavLst>
                                        <p:tav fmla="" tm="0">
                                          <p:val>
                                            <p:strVal val="0"/>
                                          </p:val>
                                        </p:tav>
                                        <p:tav fmla="" tm="100000">
                                          <p:val>
                                            <p:strVal val="#ppt_w"/>
                                          </p:val>
                                        </p:tav>
                                      </p:tavLst>
                                    </p:anim>
                                    <p:anim calcmode="lin" valueType="num">
                                      <p:cBhvr additive="base">
                                        <p:cTn dur="500"/>
                                        <p:tgtEl>
                                          <p:spTgt spid="24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1000"/>
                                        <p:tgtEl>
                                          <p:spTgt spid="2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pic>
        <p:nvPicPr>
          <p:cNvPr id="257" name="Google Shape;257;p8" title="Screenshot 2025-10-11 143533.png"/>
          <p:cNvPicPr preferRelativeResize="0"/>
          <p:nvPr/>
        </p:nvPicPr>
        <p:blipFill>
          <a:blip r:embed="rId3">
            <a:alphaModFix/>
          </a:blip>
          <a:stretch>
            <a:fillRect/>
          </a:stretch>
        </p:blipFill>
        <p:spPr>
          <a:xfrm>
            <a:off x="242825" y="3982600"/>
            <a:ext cx="3961674" cy="2622551"/>
          </a:xfrm>
          <a:prstGeom prst="rect">
            <a:avLst/>
          </a:prstGeom>
          <a:noFill/>
          <a:ln>
            <a:noFill/>
          </a:ln>
        </p:spPr>
      </p:pic>
      <p:pic>
        <p:nvPicPr>
          <p:cNvPr id="258" name="Google Shape;258;p8" title="Screenshot 2025-10-11 142643.png"/>
          <p:cNvPicPr preferRelativeResize="0"/>
          <p:nvPr/>
        </p:nvPicPr>
        <p:blipFill>
          <a:blip r:embed="rId4">
            <a:alphaModFix/>
          </a:blip>
          <a:stretch>
            <a:fillRect/>
          </a:stretch>
        </p:blipFill>
        <p:spPr>
          <a:xfrm>
            <a:off x="4994925" y="152400"/>
            <a:ext cx="7094526" cy="4081949"/>
          </a:xfrm>
          <a:prstGeom prst="rect">
            <a:avLst/>
          </a:prstGeom>
          <a:noFill/>
          <a:ln>
            <a:noFill/>
          </a:ln>
        </p:spPr>
      </p:pic>
      <p:pic>
        <p:nvPicPr>
          <p:cNvPr id="259" name="Google Shape;259;p8"/>
          <p:cNvPicPr preferRelativeResize="0"/>
          <p:nvPr/>
        </p:nvPicPr>
        <p:blipFill rotWithShape="1">
          <a:blip r:embed="rId5">
            <a:alphaModFix/>
          </a:blip>
          <a:srcRect b="0" l="0" r="0" t="96181"/>
          <a:stretch/>
        </p:blipFill>
        <p:spPr>
          <a:xfrm>
            <a:off x="675957" y="6471920"/>
            <a:ext cx="2143125" cy="193040"/>
          </a:xfrm>
          <a:prstGeom prst="rect">
            <a:avLst/>
          </a:prstGeom>
          <a:noFill/>
          <a:ln>
            <a:noFill/>
          </a:ln>
        </p:spPr>
      </p:pic>
      <p:sp>
        <p:nvSpPr>
          <p:cNvPr id="260" name="Google Shape;260;p8"/>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RESULTS3 </a:t>
            </a:r>
            <a:endParaRPr/>
          </a:p>
        </p:txBody>
      </p:sp>
      <p:sp>
        <p:nvSpPr>
          <p:cNvPr id="261" name="Google Shape;261;p8"/>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sp>
        <p:nvSpPr>
          <p:cNvPr id="262" name="Google Shape;262;p8"/>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pic>
        <p:nvPicPr>
          <p:cNvPr id="263" name="Google Shape;263;p8" title="Screenshot 2025-10-11 142604.png"/>
          <p:cNvPicPr preferRelativeResize="0"/>
          <p:nvPr/>
        </p:nvPicPr>
        <p:blipFill>
          <a:blip r:embed="rId6">
            <a:alphaModFix/>
          </a:blip>
          <a:stretch>
            <a:fillRect/>
          </a:stretch>
        </p:blipFill>
        <p:spPr>
          <a:xfrm>
            <a:off x="2971475" y="2967475"/>
            <a:ext cx="9117975" cy="3738125"/>
          </a:xfrm>
          <a:prstGeom prst="rect">
            <a:avLst/>
          </a:prstGeom>
          <a:noFill/>
          <a:ln>
            <a:noFill/>
          </a:ln>
        </p:spPr>
      </p:pic>
      <p:pic>
        <p:nvPicPr>
          <p:cNvPr id="264" name="Google Shape;264;p8" title="Screenshot 2025-10-11 142625.png"/>
          <p:cNvPicPr preferRelativeResize="0"/>
          <p:nvPr/>
        </p:nvPicPr>
        <p:blipFill>
          <a:blip r:embed="rId7">
            <a:alphaModFix/>
          </a:blip>
          <a:stretch>
            <a:fillRect/>
          </a:stretch>
        </p:blipFill>
        <p:spPr>
          <a:xfrm>
            <a:off x="242825" y="1136250"/>
            <a:ext cx="4524251" cy="32798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0"/>
                                        </p:tgtEl>
                                        <p:attrNameLst>
                                          <p:attrName>style.visibility</p:attrName>
                                        </p:attrNameLst>
                                      </p:cBhvr>
                                      <p:to>
                                        <p:strVal val="visible"/>
                                      </p:to>
                                    </p:set>
                                    <p:anim calcmode="lin" valueType="num">
                                      <p:cBhvr additive="base">
                                        <p:cTn dur="500"/>
                                        <p:tgtEl>
                                          <p:spTgt spid="260"/>
                                        </p:tgtEl>
                                        <p:attrNameLst>
                                          <p:attrName>ppt_w</p:attrName>
                                        </p:attrNameLst>
                                      </p:cBhvr>
                                      <p:tavLst>
                                        <p:tav fmla="" tm="0">
                                          <p:val>
                                            <p:strVal val="0"/>
                                          </p:val>
                                        </p:tav>
                                        <p:tav fmla="" tm="100000">
                                          <p:val>
                                            <p:strVal val="#ppt_w"/>
                                          </p:val>
                                        </p:tav>
                                      </p:tavLst>
                                    </p:anim>
                                    <p:anim calcmode="lin" valueType="num">
                                      <p:cBhvr additive="base">
                                        <p:cTn dur="500"/>
                                        <p:tgtEl>
                                          <p:spTgt spid="26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1000"/>
                                        <p:tgtEl>
                                          <p:spTgt spid="2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1000"/>
                                        <p:tgtEl>
                                          <p:spTgt spid="2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id="269" name="Google Shape;269;p9"/>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70" name="Google Shape;270;p9"/>
          <p:cNvSpPr txBox="1"/>
          <p:nvPr>
            <p:ph type="title"/>
          </p:nvPr>
        </p:nvSpPr>
        <p:spPr>
          <a:xfrm>
            <a:off x="675957" y="370589"/>
            <a:ext cx="6115368" cy="87862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GitHub repository </a:t>
            </a:r>
            <a:endParaRPr/>
          </a:p>
        </p:txBody>
      </p:sp>
      <p:sp>
        <p:nvSpPr>
          <p:cNvPr id="271" name="Google Shape;271;p9"/>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sp>
        <p:nvSpPr>
          <p:cNvPr id="272" name="Google Shape;272;p9"/>
          <p:cNvSpPr txBox="1"/>
          <p:nvPr>
            <p:ph idx="1" type="body"/>
          </p:nvPr>
        </p:nvSpPr>
        <p:spPr>
          <a:xfrm>
            <a:off x="807179" y="1406100"/>
            <a:ext cx="8390400" cy="2579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t>[ </a:t>
            </a:r>
            <a:r>
              <a:rPr lang="en-US" u="sng">
                <a:solidFill>
                  <a:schemeClr val="hlink"/>
                </a:solidFill>
                <a:hlinkClick r:id="rId4"/>
              </a:rPr>
              <a:t>https://github.com/Nimisha2136/Netflix-Dataset-Oct_2025.git</a:t>
            </a:r>
            <a:r>
              <a:rPr lang="en-US"/>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0"/>
                                        </p:tgtEl>
                                        <p:attrNameLst>
                                          <p:attrName>style.visibility</p:attrName>
                                        </p:attrNameLst>
                                      </p:cBhvr>
                                      <p:to>
                                        <p:strVal val="visible"/>
                                      </p:to>
                                    </p:set>
                                    <p:anim calcmode="lin" valueType="num">
                                      <p:cBhvr additive="base">
                                        <p:cTn dur="500"/>
                                        <p:tgtEl>
                                          <p:spTgt spid="270"/>
                                        </p:tgtEl>
                                        <p:attrNameLst>
                                          <p:attrName>ppt_w</p:attrName>
                                        </p:attrNameLst>
                                      </p:cBhvr>
                                      <p:tavLst>
                                        <p:tav fmla="" tm="0">
                                          <p:val>
                                            <p:strVal val="0"/>
                                          </p:val>
                                        </p:tav>
                                        <p:tav fmla="" tm="100000">
                                          <p:val>
                                            <p:strVal val="#ppt_w"/>
                                          </p:val>
                                        </p:tav>
                                      </p:tavLst>
                                    </p:anim>
                                    <p:anim calcmode="lin" valueType="num">
                                      <p:cBhvr additive="base">
                                        <p:cTn dur="500"/>
                                        <p:tgtEl>
                                          <p:spTgt spid="27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1000"/>
                                        <p:tgtEl>
                                          <p:spTgt spid="2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xEl>
                                              <p:pRg end="0" st="0"/>
                                            </p:txEl>
                                          </p:spTgt>
                                        </p:tgtEl>
                                        <p:attrNameLst>
                                          <p:attrName>style.visibility</p:attrName>
                                        </p:attrNameLst>
                                      </p:cBhvr>
                                      <p:to>
                                        <p:strVal val="visible"/>
                                      </p:to>
                                    </p:set>
                                    <p:animEffect filter="fade" transition="in">
                                      <p:cBhvr>
                                        <p:cTn dur="1000"/>
                                        <p:tgtEl>
                                          <p:spTgt spid="27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id="277" name="Google Shape;277;p10"/>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78" name="Google Shape;278;p10"/>
          <p:cNvSpPr txBox="1"/>
          <p:nvPr>
            <p:ph type="title"/>
          </p:nvPr>
        </p:nvSpPr>
        <p:spPr>
          <a:xfrm>
            <a:off x="675957" y="370589"/>
            <a:ext cx="10892066" cy="9047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600"/>
              <a:buFont typeface="Trebuchet MS"/>
              <a:buNone/>
            </a:pPr>
            <a:r>
              <a:rPr lang="en-US" sz="3600"/>
              <a:t>Getting started with Basics of Python Certificate  </a:t>
            </a:r>
            <a:endParaRPr sz="3600"/>
          </a:p>
        </p:txBody>
      </p:sp>
      <p:sp>
        <p:nvSpPr>
          <p:cNvPr id="279" name="Google Shape;279;p10"/>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pic>
        <p:nvPicPr>
          <p:cNvPr id="280" name="Google Shape;280;p10" title="Screenshot 2025-10-08 013300.png"/>
          <p:cNvPicPr preferRelativeResize="0"/>
          <p:nvPr/>
        </p:nvPicPr>
        <p:blipFill>
          <a:blip r:embed="rId4">
            <a:alphaModFix/>
          </a:blip>
          <a:stretch>
            <a:fillRect/>
          </a:stretch>
        </p:blipFill>
        <p:spPr>
          <a:xfrm>
            <a:off x="1717558" y="1142500"/>
            <a:ext cx="7818368" cy="55224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8"/>
                                        </p:tgtEl>
                                        <p:attrNameLst>
                                          <p:attrName>style.visibility</p:attrName>
                                        </p:attrNameLst>
                                      </p:cBhvr>
                                      <p:to>
                                        <p:strVal val="visible"/>
                                      </p:to>
                                    </p:set>
                                    <p:anim calcmode="lin" valueType="num">
                                      <p:cBhvr additive="base">
                                        <p:cTn dur="500"/>
                                        <p:tgtEl>
                                          <p:spTgt spid="278"/>
                                        </p:tgtEl>
                                        <p:attrNameLst>
                                          <p:attrName>ppt_w</p:attrName>
                                        </p:attrNameLst>
                                      </p:cBhvr>
                                      <p:tavLst>
                                        <p:tav fmla="" tm="0">
                                          <p:val>
                                            <p:strVal val="0"/>
                                          </p:val>
                                        </p:tav>
                                        <p:tav fmla="" tm="100000">
                                          <p:val>
                                            <p:strVal val="#ppt_w"/>
                                          </p:val>
                                        </p:tav>
                                      </p:tavLst>
                                    </p:anim>
                                    <p:anim calcmode="lin" valueType="num">
                                      <p:cBhvr additive="base">
                                        <p:cTn dur="500"/>
                                        <p:tgtEl>
                                          <p:spTgt spid="27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1000"/>
                                        <p:tgtEl>
                                          <p:spTgt spid="2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id="285" name="Google Shape;285;p11"/>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86" name="Google Shape;286;p11"/>
          <p:cNvSpPr txBox="1"/>
          <p:nvPr>
            <p:ph type="title"/>
          </p:nvPr>
        </p:nvSpPr>
        <p:spPr>
          <a:xfrm>
            <a:off x="675957" y="370589"/>
            <a:ext cx="10892066" cy="90478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600"/>
              <a:buFont typeface="Trebuchet MS"/>
              <a:buNone/>
            </a:pPr>
            <a:r>
              <a:rPr lang="en-US" sz="3600"/>
              <a:t>Data Visualization Certificate  </a:t>
            </a:r>
            <a:endParaRPr sz="3600"/>
          </a:p>
        </p:txBody>
      </p:sp>
      <p:sp>
        <p:nvSpPr>
          <p:cNvPr id="287" name="Google Shape;287;p11"/>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sp>
        <p:nvSpPr>
          <p:cNvPr id="288" name="Google Shape;288;p11"/>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b="0" i="0" sz="2000" u="none" cap="none" strike="noStrike">
              <a:solidFill>
                <a:schemeClr val="dk1"/>
              </a:solidFill>
              <a:latin typeface="Trebuchet MS"/>
              <a:ea typeface="Trebuchet MS"/>
              <a:cs typeface="Trebuchet MS"/>
              <a:sym typeface="Trebuchet MS"/>
            </a:endParaRPr>
          </a:p>
        </p:txBody>
      </p:sp>
      <p:pic>
        <p:nvPicPr>
          <p:cNvPr id="289" name="Google Shape;289;p11" title="Screenshot 2025-10-08 013345.png"/>
          <p:cNvPicPr preferRelativeResize="0"/>
          <p:nvPr/>
        </p:nvPicPr>
        <p:blipFill>
          <a:blip r:embed="rId4">
            <a:alphaModFix/>
          </a:blip>
          <a:stretch>
            <a:fillRect/>
          </a:stretch>
        </p:blipFill>
        <p:spPr>
          <a:xfrm>
            <a:off x="1820150" y="1169000"/>
            <a:ext cx="7514775" cy="5241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6"/>
                                        </p:tgtEl>
                                        <p:attrNameLst>
                                          <p:attrName>style.visibility</p:attrName>
                                        </p:attrNameLst>
                                      </p:cBhvr>
                                      <p:to>
                                        <p:strVal val="visible"/>
                                      </p:to>
                                    </p:set>
                                    <p:anim calcmode="lin" valueType="num">
                                      <p:cBhvr additive="base">
                                        <p:cTn dur="500"/>
                                        <p:tgtEl>
                                          <p:spTgt spid="286"/>
                                        </p:tgtEl>
                                        <p:attrNameLst>
                                          <p:attrName>ppt_w</p:attrName>
                                        </p:attrNameLst>
                                      </p:cBhvr>
                                      <p:tavLst>
                                        <p:tav fmla="" tm="0">
                                          <p:val>
                                            <p:strVal val="0"/>
                                          </p:val>
                                        </p:tav>
                                        <p:tav fmla="" tm="100000">
                                          <p:val>
                                            <p:strVal val="#ppt_w"/>
                                          </p:val>
                                        </p:tav>
                                      </p:tavLst>
                                    </p:anim>
                                    <p:anim calcmode="lin" valueType="num">
                                      <p:cBhvr additive="base">
                                        <p:cTn dur="500"/>
                                        <p:tgtEl>
                                          <p:spTgt spid="28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1000"/>
                                        <p:tgtEl>
                                          <p:spTgt spid="2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1000"/>
                                        <p:tgtEl>
                                          <p:spTgt spid="2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2"/>
          <p:cNvSpPr txBox="1"/>
          <p:nvPr>
            <p:ph type="title"/>
          </p:nvPr>
        </p:nvSpPr>
        <p:spPr>
          <a:xfrm>
            <a:off x="432000" y="647700"/>
            <a:ext cx="11340000" cy="700114"/>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rebuchet MS"/>
              <a:buNone/>
            </a:pPr>
            <a:r>
              <a:rPr b="1" lang="en-US" sz="4800">
                <a:solidFill>
                  <a:schemeClr val="dk1"/>
                </a:solidFill>
              </a:rPr>
              <a:t>Thank you</a:t>
            </a:r>
            <a:endParaRPr/>
          </a:p>
        </p:txBody>
      </p:sp>
      <p:sp>
        <p:nvSpPr>
          <p:cNvPr id="295" name="Google Shape;295;p12"/>
          <p:cNvSpPr txBox="1"/>
          <p:nvPr>
            <p:ph idx="8" type="body"/>
          </p:nvPr>
        </p:nvSpPr>
        <p:spPr>
          <a:xfrm>
            <a:off x="3727865" y="4641925"/>
            <a:ext cx="2139695" cy="1108635"/>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1280"/>
              <a:buNone/>
            </a:pPr>
            <a:r>
              <a:rPr lang="en-US"/>
              <a:t>.</a:t>
            </a:r>
            <a:endParaRPr/>
          </a:p>
        </p:txBody>
      </p:sp>
      <p:sp>
        <p:nvSpPr>
          <p:cNvPr id="296" name="Google Shape;296;p12"/>
          <p:cNvSpPr txBox="1"/>
          <p:nvPr/>
        </p:nvSpPr>
        <p:spPr>
          <a:xfrm>
            <a:off x="878337" y="4134780"/>
            <a:ext cx="2596574" cy="453919"/>
          </a:xfrm>
          <a:prstGeom prst="rect">
            <a:avLst/>
          </a:prstGeom>
          <a:noFill/>
          <a:ln>
            <a:noFill/>
          </a:ln>
        </p:spPr>
        <p:txBody>
          <a:bodyPr anchorCtr="0" anchor="t" bIns="45700" lIns="91425" spcFirstLastPara="1" rIns="91425" wrap="square" tIns="45700">
            <a:normAutofit lnSpcReduction="10000"/>
          </a:bodyPr>
          <a:lstStyle/>
          <a:p>
            <a:pPr indent="0" lvl="0" marL="0" marR="0" rtl="0" algn="ctr">
              <a:spcBef>
                <a:spcPts val="0"/>
              </a:spcBef>
              <a:spcAft>
                <a:spcPts val="0"/>
              </a:spcAft>
              <a:buClr>
                <a:schemeClr val="accent1"/>
              </a:buClr>
              <a:buSzPts val="1920"/>
              <a:buFont typeface="Noto Sans Symbols"/>
              <a:buNone/>
            </a:pPr>
            <a:r>
              <a:t/>
            </a:r>
            <a:endParaRPr b="1" i="0" sz="2400" u="none" cap="none" strike="noStrike">
              <a:solidFill>
                <a:schemeClr val="accent4"/>
              </a:solidFill>
              <a:latin typeface="Trebuchet MS"/>
              <a:ea typeface="Trebuchet MS"/>
              <a:cs typeface="Trebuchet MS"/>
              <a:sym typeface="Trebuchet MS"/>
            </a:endParaRPr>
          </a:p>
        </p:txBody>
      </p:sp>
      <p:sp>
        <p:nvSpPr>
          <p:cNvPr id="297" name="Google Shape;297;p12"/>
          <p:cNvSpPr txBox="1"/>
          <p:nvPr/>
        </p:nvSpPr>
        <p:spPr>
          <a:xfrm>
            <a:off x="5353508" y="3962573"/>
            <a:ext cx="2596574" cy="453919"/>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760"/>
              <a:buFont typeface="Noto Sans Symbols"/>
              <a:buNone/>
            </a:pPr>
            <a:r>
              <a:t/>
            </a:r>
            <a:endParaRPr b="1" i="0" sz="2200" u="none" cap="none" strike="noStrike">
              <a:solidFill>
                <a:schemeClr val="accent4"/>
              </a:solidFill>
              <a:latin typeface="Trebuchet MS"/>
              <a:ea typeface="Trebuchet MS"/>
              <a:cs typeface="Trebuchet MS"/>
              <a:sym typeface="Trebuchet MS"/>
            </a:endParaRPr>
          </a:p>
        </p:txBody>
      </p:sp>
      <p:sp>
        <p:nvSpPr>
          <p:cNvPr id="298" name="Google Shape;298;p12"/>
          <p:cNvSpPr txBox="1"/>
          <p:nvPr/>
        </p:nvSpPr>
        <p:spPr>
          <a:xfrm>
            <a:off x="7789163" y="3962572"/>
            <a:ext cx="2596574" cy="453919"/>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760"/>
              <a:buFont typeface="Noto Sans Symbols"/>
              <a:buNone/>
            </a:pPr>
            <a:r>
              <a:t/>
            </a:r>
            <a:endParaRPr b="1" i="0" sz="2200" u="none" cap="none" strike="noStrike">
              <a:solidFill>
                <a:schemeClr val="accent4"/>
              </a:solidFill>
              <a:latin typeface="Trebuchet MS"/>
              <a:ea typeface="Trebuchet MS"/>
              <a:cs typeface="Trebuchet MS"/>
              <a:sym typeface="Trebuchet MS"/>
            </a:endParaRPr>
          </a:p>
        </p:txBody>
      </p:sp>
      <p:sp>
        <p:nvSpPr>
          <p:cNvPr id="299" name="Google Shape;299;p12"/>
          <p:cNvSpPr txBox="1"/>
          <p:nvPr/>
        </p:nvSpPr>
        <p:spPr>
          <a:xfrm>
            <a:off x="6096000" y="4641925"/>
            <a:ext cx="2139695" cy="1108635"/>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280"/>
              <a:buFont typeface="Noto Sans Symbols"/>
              <a:buNone/>
            </a:pPr>
            <a:r>
              <a:t/>
            </a:r>
            <a:endParaRPr b="0" i="0" sz="1600" u="none" cap="none" strike="noStrike">
              <a:solidFill>
                <a:schemeClr val="dk1"/>
              </a:solidFill>
              <a:latin typeface="Trebuchet MS"/>
              <a:ea typeface="Trebuchet MS"/>
              <a:cs typeface="Trebuchet MS"/>
              <a:sym typeface="Trebuchet MS"/>
            </a:endParaRPr>
          </a:p>
        </p:txBody>
      </p:sp>
      <p:sp>
        <p:nvSpPr>
          <p:cNvPr id="300" name="Google Shape;300;p12"/>
          <p:cNvSpPr txBox="1"/>
          <p:nvPr/>
        </p:nvSpPr>
        <p:spPr>
          <a:xfrm>
            <a:off x="8591363" y="4641925"/>
            <a:ext cx="2139695" cy="1108635"/>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280"/>
              <a:buFont typeface="Noto Sans Symbols"/>
              <a:buNone/>
            </a:pPr>
            <a:r>
              <a:rPr b="0" i="0" lang="en-US" sz="1600" u="none" cap="none" strike="noStrike">
                <a:solidFill>
                  <a:schemeClr val="dk1"/>
                </a:solidFill>
                <a:latin typeface="Trebuchet MS"/>
                <a:ea typeface="Trebuchet MS"/>
                <a:cs typeface="Trebuchet MS"/>
                <a:sym typeface="Trebuchet MS"/>
              </a:rPr>
              <a:t>.</a:t>
            </a:r>
            <a:endParaRPr/>
          </a:p>
        </p:txBody>
      </p:sp>
      <p:pic>
        <p:nvPicPr>
          <p:cNvPr id="301" name="Google Shape;301;p12"/>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94"/>
                                        </p:tgtEl>
                                        <p:attrNameLst>
                                          <p:attrName>style.visibility</p:attrName>
                                        </p:attrNameLst>
                                      </p:cBhvr>
                                      <p:to>
                                        <p:strVal val="visible"/>
                                      </p:to>
                                    </p:set>
                                    <p:anim calcmode="lin" valueType="num">
                                      <p:cBhvr additive="base">
                                        <p:cTn dur="500"/>
                                        <p:tgtEl>
                                          <p:spTgt spid="294"/>
                                        </p:tgtEl>
                                        <p:attrNameLst>
                                          <p:attrName>ppt_w</p:attrName>
                                        </p:attrNameLst>
                                      </p:cBhvr>
                                      <p:tavLst>
                                        <p:tav fmla="" tm="0">
                                          <p:val>
                                            <p:strVal val="0"/>
                                          </p:val>
                                        </p:tav>
                                        <p:tav fmla="" tm="100000">
                                          <p:val>
                                            <p:strVal val="#ppt_w"/>
                                          </p:val>
                                        </p:tav>
                                      </p:tavLst>
                                    </p:anim>
                                    <p:anim calcmode="lin" valueType="num">
                                      <p:cBhvr additive="base">
                                        <p:cTn dur="500"/>
                                        <p:tgtEl>
                                          <p:spTgt spid="29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500"/>
                                        <p:tgtEl>
                                          <p:spTgt spid="2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0" st="0"/>
                                            </p:txEl>
                                          </p:spTgt>
                                        </p:tgtEl>
                                        <p:attrNameLst>
                                          <p:attrName>style.visibility</p:attrName>
                                        </p:attrNameLst>
                                      </p:cBhvr>
                                      <p:to>
                                        <p:strVal val="visible"/>
                                      </p:to>
                                    </p:set>
                                    <p:animEffect filter="fade" transition="in">
                                      <p:cBhvr>
                                        <p:cTn dur="500"/>
                                        <p:tgtEl>
                                          <p:spTgt spid="29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500"/>
                                        <p:tgtEl>
                                          <p:spTgt spid="2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500"/>
                                        <p:tgtEl>
                                          <p:spTgt spid="2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500"/>
                                        <p:tgtEl>
                                          <p:spTgt spid="2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500"/>
                                        <p:tgtEl>
                                          <p:spTgt spid="3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2021-07-11T13:13:15Z</dcterms:created>
  <dc:creator>Venkataswamy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